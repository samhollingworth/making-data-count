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67" r:id="rId5"/>
    <p:sldId id="266" r:id="rId6"/>
    <p:sldId id="269" r:id="rId7"/>
    <p:sldId id="268" r:id="rId8"/>
    <p:sldId id="278" r:id="rId9"/>
    <p:sldId id="279" r:id="rId10"/>
    <p:sldId id="270" r:id="rId11"/>
    <p:sldId id="274" r:id="rId12"/>
    <p:sldId id="273" r:id="rId13"/>
    <p:sldId id="275" r:id="rId14"/>
    <p:sldId id="281" r:id="rId15"/>
  </p:sldIdLst>
  <p:sldSz cx="3600450" cy="3600450"/>
  <p:notesSz cx="6858000" cy="9144000"/>
  <p:defaultTextStyle>
    <a:defPPr>
      <a:defRPr lang="en-US"/>
    </a:defPPr>
    <a:lvl1pPr marL="0" algn="l" defTabSz="411480" rtl="0" eaLnBrk="1" latinLnBrk="0" hangingPunct="1">
      <a:defRPr sz="810" kern="1200">
        <a:solidFill>
          <a:schemeClr val="tx1"/>
        </a:solidFill>
        <a:latin typeface="+mn-lt"/>
        <a:ea typeface="+mn-ea"/>
        <a:cs typeface="+mn-cs"/>
      </a:defRPr>
    </a:lvl1pPr>
    <a:lvl2pPr marL="205740" algn="l" defTabSz="411480" rtl="0" eaLnBrk="1" latinLnBrk="0" hangingPunct="1">
      <a:defRPr sz="810" kern="1200">
        <a:solidFill>
          <a:schemeClr val="tx1"/>
        </a:solidFill>
        <a:latin typeface="+mn-lt"/>
        <a:ea typeface="+mn-ea"/>
        <a:cs typeface="+mn-cs"/>
      </a:defRPr>
    </a:lvl2pPr>
    <a:lvl3pPr marL="411480" algn="l" defTabSz="411480" rtl="0" eaLnBrk="1" latinLnBrk="0" hangingPunct="1">
      <a:defRPr sz="810" kern="1200">
        <a:solidFill>
          <a:schemeClr val="tx1"/>
        </a:solidFill>
        <a:latin typeface="+mn-lt"/>
        <a:ea typeface="+mn-ea"/>
        <a:cs typeface="+mn-cs"/>
      </a:defRPr>
    </a:lvl3pPr>
    <a:lvl4pPr marL="617220" algn="l" defTabSz="411480" rtl="0" eaLnBrk="1" latinLnBrk="0" hangingPunct="1">
      <a:defRPr sz="810" kern="1200">
        <a:solidFill>
          <a:schemeClr val="tx1"/>
        </a:solidFill>
        <a:latin typeface="+mn-lt"/>
        <a:ea typeface="+mn-ea"/>
        <a:cs typeface="+mn-cs"/>
      </a:defRPr>
    </a:lvl4pPr>
    <a:lvl5pPr marL="822960" algn="l" defTabSz="411480" rtl="0" eaLnBrk="1" latinLnBrk="0" hangingPunct="1">
      <a:defRPr sz="810" kern="1200">
        <a:solidFill>
          <a:schemeClr val="tx1"/>
        </a:solidFill>
        <a:latin typeface="+mn-lt"/>
        <a:ea typeface="+mn-ea"/>
        <a:cs typeface="+mn-cs"/>
      </a:defRPr>
    </a:lvl5pPr>
    <a:lvl6pPr marL="1028700" algn="l" defTabSz="411480" rtl="0" eaLnBrk="1" latinLnBrk="0" hangingPunct="1">
      <a:defRPr sz="810" kern="1200">
        <a:solidFill>
          <a:schemeClr val="tx1"/>
        </a:solidFill>
        <a:latin typeface="+mn-lt"/>
        <a:ea typeface="+mn-ea"/>
        <a:cs typeface="+mn-cs"/>
      </a:defRPr>
    </a:lvl6pPr>
    <a:lvl7pPr marL="1234440" algn="l" defTabSz="411480" rtl="0" eaLnBrk="1" latinLnBrk="0" hangingPunct="1">
      <a:defRPr sz="810" kern="1200">
        <a:solidFill>
          <a:schemeClr val="tx1"/>
        </a:solidFill>
        <a:latin typeface="+mn-lt"/>
        <a:ea typeface="+mn-ea"/>
        <a:cs typeface="+mn-cs"/>
      </a:defRPr>
    </a:lvl7pPr>
    <a:lvl8pPr marL="1440180" algn="l" defTabSz="411480" rtl="0" eaLnBrk="1" latinLnBrk="0" hangingPunct="1">
      <a:defRPr sz="810" kern="1200">
        <a:solidFill>
          <a:schemeClr val="tx1"/>
        </a:solidFill>
        <a:latin typeface="+mn-lt"/>
        <a:ea typeface="+mn-ea"/>
        <a:cs typeface="+mn-cs"/>
      </a:defRPr>
    </a:lvl8pPr>
    <a:lvl9pPr marL="1645920" algn="l" defTabSz="411480" rtl="0" eaLnBrk="1" latinLnBrk="0" hangingPunct="1">
      <a:defRPr sz="81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ariation Icons" id="{0040AEAD-00C0-4D5A-85DD-13E862C92356}">
          <p14:sldIdLst>
            <p14:sldId id="267"/>
            <p14:sldId id="266"/>
            <p14:sldId id="269"/>
            <p14:sldId id="268"/>
            <p14:sldId id="278"/>
            <p14:sldId id="279"/>
            <p14:sldId id="270"/>
          </p14:sldIdLst>
        </p14:section>
        <p14:section name="Assurance Icons" id="{3857496C-5691-4430-8C80-FB03204CE2D8}">
          <p14:sldIdLst>
            <p14:sldId id="274"/>
            <p14:sldId id="273"/>
            <p14:sldId id="275"/>
          </p14:sldIdLst>
        </p14:section>
        <p14:section name="Other" id="{F16EA621-6F8A-4D52-8FB6-CC06F37C5425}">
          <p14:sldIdLst>
            <p14:sldId id="2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134" userDrawn="1">
          <p15:clr>
            <a:srgbClr val="A4A3A4"/>
          </p15:clr>
        </p15:guide>
        <p15:guide id="2" pos="11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490092"/>
    <a:srgbClr val="00B0F0"/>
    <a:srgbClr val="E46C0A"/>
    <a:srgbClr val="FF6600"/>
    <a:srgbClr val="BFBFBF"/>
    <a:srgbClr val="0072C6"/>
    <a:srgbClr val="7F7F7F"/>
    <a:srgbClr val="8000C0"/>
    <a:srgbClr val="9E00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39" autoAdjust="0"/>
    <p:restoredTop sz="94674" autoAdjust="0"/>
  </p:normalViewPr>
  <p:slideViewPr>
    <p:cSldViewPr snapToGrid="0" snapToObjects="1">
      <p:cViewPr varScale="1">
        <p:scale>
          <a:sx n="202" d="100"/>
          <a:sy n="202" d="100"/>
        </p:scale>
        <p:origin x="1260" y="168"/>
      </p:cViewPr>
      <p:guideLst>
        <p:guide orient="horz" pos="1134"/>
        <p:guide pos="113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-3870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ew Callus" userId="d19783cd-252c-4dcd-bef4-69e23341675a" providerId="ADAL" clId="{BA1A5FCA-5A2A-4245-BD6D-57D532A4ECB7}"/>
    <pc:docChg chg="undo custSel addSld delSld">
      <pc:chgData name="Matthew Callus" userId="d19783cd-252c-4dcd-bef4-69e23341675a" providerId="ADAL" clId="{BA1A5FCA-5A2A-4245-BD6D-57D532A4ECB7}" dt="2021-11-16T11:12:23.509" v="6" actId="47"/>
      <pc:docMkLst>
        <pc:docMk/>
      </pc:docMkLst>
      <pc:sldChg chg="add del">
        <pc:chgData name="Matthew Callus" userId="d19783cd-252c-4dcd-bef4-69e23341675a" providerId="ADAL" clId="{BA1A5FCA-5A2A-4245-BD6D-57D532A4ECB7}" dt="2021-11-16T11:05:36.396" v="1" actId="47"/>
        <pc:sldMkLst>
          <pc:docMk/>
          <pc:sldMk cId="3144119947" sldId="263"/>
        </pc:sldMkLst>
      </pc:sldChg>
      <pc:sldChg chg="del">
        <pc:chgData name="Matthew Callus" userId="d19783cd-252c-4dcd-bef4-69e23341675a" providerId="ADAL" clId="{BA1A5FCA-5A2A-4245-BD6D-57D532A4ECB7}" dt="2021-11-16T11:12:21.907" v="4" actId="47"/>
        <pc:sldMkLst>
          <pc:docMk/>
          <pc:sldMk cId="517754560" sldId="271"/>
        </pc:sldMkLst>
      </pc:sldChg>
      <pc:sldChg chg="del">
        <pc:chgData name="Matthew Callus" userId="d19783cd-252c-4dcd-bef4-69e23341675a" providerId="ADAL" clId="{BA1A5FCA-5A2A-4245-BD6D-57D532A4ECB7}" dt="2021-11-16T11:12:20.468" v="3" actId="47"/>
        <pc:sldMkLst>
          <pc:docMk/>
          <pc:sldMk cId="2177765389" sldId="272"/>
        </pc:sldMkLst>
      </pc:sldChg>
      <pc:sldChg chg="del">
        <pc:chgData name="Matthew Callus" userId="d19783cd-252c-4dcd-bef4-69e23341675a" providerId="ADAL" clId="{BA1A5FCA-5A2A-4245-BD6D-57D532A4ECB7}" dt="2021-11-16T11:12:22.766" v="5" actId="47"/>
        <pc:sldMkLst>
          <pc:docMk/>
          <pc:sldMk cId="1193730597" sldId="276"/>
        </pc:sldMkLst>
      </pc:sldChg>
      <pc:sldChg chg="del">
        <pc:chgData name="Matthew Callus" userId="d19783cd-252c-4dcd-bef4-69e23341675a" providerId="ADAL" clId="{BA1A5FCA-5A2A-4245-BD6D-57D532A4ECB7}" dt="2021-11-16T11:12:23.509" v="6" actId="47"/>
        <pc:sldMkLst>
          <pc:docMk/>
          <pc:sldMk cId="889645326" sldId="277"/>
        </pc:sldMkLst>
      </pc:sldChg>
      <pc:sldChg chg="del">
        <pc:chgData name="Matthew Callus" userId="d19783cd-252c-4dcd-bef4-69e23341675a" providerId="ADAL" clId="{BA1A5FCA-5A2A-4245-BD6D-57D532A4ECB7}" dt="2021-11-16T11:05:38.617" v="2" actId="47"/>
        <pc:sldMkLst>
          <pc:docMk/>
          <pc:sldMk cId="3794534792" sldId="282"/>
        </pc:sldMkLst>
      </pc:sldChg>
      <pc:sldMasterChg chg="addSldLayout delSldLayout">
        <pc:chgData name="Matthew Callus" userId="d19783cd-252c-4dcd-bef4-69e23341675a" providerId="ADAL" clId="{BA1A5FCA-5A2A-4245-BD6D-57D532A4ECB7}" dt="2021-11-16T11:05:36.396" v="1" actId="47"/>
        <pc:sldMasterMkLst>
          <pc:docMk/>
          <pc:sldMasterMk cId="266261087" sldId="2147483660"/>
        </pc:sldMasterMkLst>
        <pc:sldLayoutChg chg="add del">
          <pc:chgData name="Matthew Callus" userId="d19783cd-252c-4dcd-bef4-69e23341675a" providerId="ADAL" clId="{BA1A5FCA-5A2A-4245-BD6D-57D532A4ECB7}" dt="2021-11-16T11:05:36.396" v="1" actId="47"/>
          <pc:sldLayoutMkLst>
            <pc:docMk/>
            <pc:sldMasterMk cId="266261087" sldId="2147483660"/>
            <pc:sldLayoutMk cId="2358594189" sldId="2147483663"/>
          </pc:sldLayoutMkLst>
        </pc:sldLayoutChg>
      </pc:sldMasterChg>
    </pc:docChg>
  </pc:docChgLst>
  <pc:docChgLst>
    <pc:chgData name="Matthew Callus" userId="d19783cd-252c-4dcd-bef4-69e23341675a" providerId="ADAL" clId="{F960598C-5AC8-465C-83A2-37507A1C2232}"/>
    <pc:docChg chg="undo custSel delSld modSld sldOrd addSection modSection">
      <pc:chgData name="Matthew Callus" userId="d19783cd-252c-4dcd-bef4-69e23341675a" providerId="ADAL" clId="{F960598C-5AC8-465C-83A2-37507A1C2232}" dt="2023-12-14T11:16:42.341" v="484" actId="1076"/>
      <pc:docMkLst>
        <pc:docMk/>
      </pc:docMkLst>
      <pc:sldChg chg="del">
        <pc:chgData name="Matthew Callus" userId="d19783cd-252c-4dcd-bef4-69e23341675a" providerId="ADAL" clId="{F960598C-5AC8-465C-83A2-37507A1C2232}" dt="2023-12-11T09:54:59.215" v="0" actId="47"/>
        <pc:sldMkLst>
          <pc:docMk/>
          <pc:sldMk cId="3144119947" sldId="263"/>
        </pc:sldMkLst>
      </pc:sldChg>
      <pc:sldChg chg="modSp mod">
        <pc:chgData name="Matthew Callus" userId="d19783cd-252c-4dcd-bef4-69e23341675a" providerId="ADAL" clId="{F960598C-5AC8-465C-83A2-37507A1C2232}" dt="2023-12-14T10:57:33.262" v="51" actId="207"/>
        <pc:sldMkLst>
          <pc:docMk/>
          <pc:sldMk cId="925736759" sldId="266"/>
        </pc:sldMkLst>
        <pc:spChg chg="mod">
          <ac:chgData name="Matthew Callus" userId="d19783cd-252c-4dcd-bef4-69e23341675a" providerId="ADAL" clId="{F960598C-5AC8-465C-83A2-37507A1C2232}" dt="2023-12-14T10:53:01.301" v="21" actId="692"/>
          <ac:spMkLst>
            <pc:docMk/>
            <pc:sldMk cId="925736759" sldId="266"/>
            <ac:spMk id="7" creationId="{3F233878-1D0B-4ACA-826A-3F1D4AA1A888}"/>
          </ac:spMkLst>
        </pc:spChg>
        <pc:spChg chg="mod">
          <ac:chgData name="Matthew Callus" userId="d19783cd-252c-4dcd-bef4-69e23341675a" providerId="ADAL" clId="{F960598C-5AC8-465C-83A2-37507A1C2232}" dt="2023-12-14T10:53:08.726" v="22" actId="207"/>
          <ac:spMkLst>
            <pc:docMk/>
            <pc:sldMk cId="925736759" sldId="266"/>
            <ac:spMk id="8" creationId="{FDFAEBD9-5572-40DF-A67E-B024E2950E9B}"/>
          </ac:spMkLst>
        </pc:spChg>
        <pc:spChg chg="mod">
          <ac:chgData name="Matthew Callus" userId="d19783cd-252c-4dcd-bef4-69e23341675a" providerId="ADAL" clId="{F960598C-5AC8-465C-83A2-37507A1C2232}" dt="2023-12-14T10:57:33.262" v="51" actId="207"/>
          <ac:spMkLst>
            <pc:docMk/>
            <pc:sldMk cId="925736759" sldId="266"/>
            <ac:spMk id="9" creationId="{6D2F241D-E5D0-4B0F-A44B-24DF270B5BC7}"/>
          </ac:spMkLst>
        </pc:spChg>
        <pc:spChg chg="mod">
          <ac:chgData name="Matthew Callus" userId="d19783cd-252c-4dcd-bef4-69e23341675a" providerId="ADAL" clId="{F960598C-5AC8-465C-83A2-37507A1C2232}" dt="2023-12-14T10:57:33.262" v="51" actId="207"/>
          <ac:spMkLst>
            <pc:docMk/>
            <pc:sldMk cId="925736759" sldId="266"/>
            <ac:spMk id="10" creationId="{4B382849-3256-4B21-BA09-A2D78F5A2FA9}"/>
          </ac:spMkLst>
        </pc:spChg>
        <pc:spChg chg="mod">
          <ac:chgData name="Matthew Callus" userId="d19783cd-252c-4dcd-bef4-69e23341675a" providerId="ADAL" clId="{F960598C-5AC8-465C-83A2-37507A1C2232}" dt="2023-12-14T10:57:33.262" v="51" actId="207"/>
          <ac:spMkLst>
            <pc:docMk/>
            <pc:sldMk cId="925736759" sldId="266"/>
            <ac:spMk id="11" creationId="{3B8F2BF3-B01C-4E7C-A2F6-834474C27981}"/>
          </ac:spMkLst>
        </pc:spChg>
        <pc:spChg chg="mod">
          <ac:chgData name="Matthew Callus" userId="d19783cd-252c-4dcd-bef4-69e23341675a" providerId="ADAL" clId="{F960598C-5AC8-465C-83A2-37507A1C2232}" dt="2023-12-14T10:53:20.854" v="24" actId="207"/>
          <ac:spMkLst>
            <pc:docMk/>
            <pc:sldMk cId="925736759" sldId="266"/>
            <ac:spMk id="12" creationId="{024DBF3E-EDEA-48FF-8119-286E1BB288FC}"/>
          </ac:spMkLst>
        </pc:spChg>
        <pc:spChg chg="mod">
          <ac:chgData name="Matthew Callus" userId="d19783cd-252c-4dcd-bef4-69e23341675a" providerId="ADAL" clId="{F960598C-5AC8-465C-83A2-37507A1C2232}" dt="2023-12-14T10:53:20.854" v="24" actId="207"/>
          <ac:spMkLst>
            <pc:docMk/>
            <pc:sldMk cId="925736759" sldId="266"/>
            <ac:spMk id="13" creationId="{A20C5353-1394-451D-8EA8-D942135ED3CE}"/>
          </ac:spMkLst>
        </pc:spChg>
        <pc:spChg chg="mod">
          <ac:chgData name="Matthew Callus" userId="d19783cd-252c-4dcd-bef4-69e23341675a" providerId="ADAL" clId="{F960598C-5AC8-465C-83A2-37507A1C2232}" dt="2023-12-14T10:57:33.262" v="51" actId="207"/>
          <ac:spMkLst>
            <pc:docMk/>
            <pc:sldMk cId="925736759" sldId="266"/>
            <ac:spMk id="26" creationId="{1C250D63-BF43-416F-8C84-208DD7D629DE}"/>
          </ac:spMkLst>
        </pc:spChg>
        <pc:spChg chg="mod">
          <ac:chgData name="Matthew Callus" userId="d19783cd-252c-4dcd-bef4-69e23341675a" providerId="ADAL" clId="{F960598C-5AC8-465C-83A2-37507A1C2232}" dt="2023-12-14T10:57:33.262" v="51" actId="207"/>
          <ac:spMkLst>
            <pc:docMk/>
            <pc:sldMk cId="925736759" sldId="266"/>
            <ac:spMk id="27" creationId="{C7C149A3-19A8-4F83-8829-8BE2F8B1AD19}"/>
          </ac:spMkLst>
        </pc:spChg>
        <pc:spChg chg="mod">
          <ac:chgData name="Matthew Callus" userId="d19783cd-252c-4dcd-bef4-69e23341675a" providerId="ADAL" clId="{F960598C-5AC8-465C-83A2-37507A1C2232}" dt="2023-12-14T10:57:33.262" v="51" actId="207"/>
          <ac:spMkLst>
            <pc:docMk/>
            <pc:sldMk cId="925736759" sldId="266"/>
            <ac:spMk id="28" creationId="{F1FCBA77-41A3-4F36-AB4F-6CEFC3B84BEF}"/>
          </ac:spMkLst>
        </pc:spChg>
        <pc:spChg chg="mod">
          <ac:chgData name="Matthew Callus" userId="d19783cd-252c-4dcd-bef4-69e23341675a" providerId="ADAL" clId="{F960598C-5AC8-465C-83A2-37507A1C2232}" dt="2023-12-14T10:57:33.262" v="51" actId="207"/>
          <ac:spMkLst>
            <pc:docMk/>
            <pc:sldMk cId="925736759" sldId="266"/>
            <ac:spMk id="29" creationId="{B7FE48FF-9109-4B83-9E2D-14FECC5E588F}"/>
          </ac:spMkLst>
        </pc:spChg>
      </pc:sldChg>
      <pc:sldChg chg="modSp mod">
        <pc:chgData name="Matthew Callus" userId="d19783cd-252c-4dcd-bef4-69e23341675a" providerId="ADAL" clId="{F960598C-5AC8-465C-83A2-37507A1C2232}" dt="2023-12-14T10:57:44.378" v="53" actId="692"/>
        <pc:sldMkLst>
          <pc:docMk/>
          <pc:sldMk cId="778979105" sldId="267"/>
        </pc:sldMkLst>
        <pc:spChg chg="mod">
          <ac:chgData name="Matthew Callus" userId="d19783cd-252c-4dcd-bef4-69e23341675a" providerId="ADAL" clId="{F960598C-5AC8-465C-83A2-37507A1C2232}" dt="2023-12-14T10:52:52.620" v="20" actId="692"/>
          <ac:spMkLst>
            <pc:docMk/>
            <pc:sldMk cId="778979105" sldId="267"/>
            <ac:spMk id="7" creationId="{3F233878-1D0B-4ACA-826A-3F1D4AA1A888}"/>
          </ac:spMkLst>
        </pc:spChg>
        <pc:spChg chg="mod">
          <ac:chgData name="Matthew Callus" userId="d19783cd-252c-4dcd-bef4-69e23341675a" providerId="ADAL" clId="{F960598C-5AC8-465C-83A2-37507A1C2232}" dt="2023-12-14T10:52:47.903" v="19" actId="207"/>
          <ac:spMkLst>
            <pc:docMk/>
            <pc:sldMk cId="778979105" sldId="267"/>
            <ac:spMk id="8" creationId="{FDFAEBD9-5572-40DF-A67E-B024E2950E9B}"/>
          </ac:spMkLst>
        </pc:spChg>
        <pc:spChg chg="mod">
          <ac:chgData name="Matthew Callus" userId="d19783cd-252c-4dcd-bef4-69e23341675a" providerId="ADAL" clId="{F960598C-5AC8-465C-83A2-37507A1C2232}" dt="2023-12-14T10:57:44.378" v="53" actId="692"/>
          <ac:spMkLst>
            <pc:docMk/>
            <pc:sldMk cId="778979105" sldId="267"/>
            <ac:spMk id="9" creationId="{6D2F241D-E5D0-4B0F-A44B-24DF270B5BC7}"/>
          </ac:spMkLst>
        </pc:spChg>
        <pc:spChg chg="mod">
          <ac:chgData name="Matthew Callus" userId="d19783cd-252c-4dcd-bef4-69e23341675a" providerId="ADAL" clId="{F960598C-5AC8-465C-83A2-37507A1C2232}" dt="2023-12-14T10:57:44.378" v="53" actId="692"/>
          <ac:spMkLst>
            <pc:docMk/>
            <pc:sldMk cId="778979105" sldId="267"/>
            <ac:spMk id="10" creationId="{4B382849-3256-4B21-BA09-A2D78F5A2FA9}"/>
          </ac:spMkLst>
        </pc:spChg>
        <pc:spChg chg="mod">
          <ac:chgData name="Matthew Callus" userId="d19783cd-252c-4dcd-bef4-69e23341675a" providerId="ADAL" clId="{F960598C-5AC8-465C-83A2-37507A1C2232}" dt="2023-12-14T10:57:44.378" v="53" actId="692"/>
          <ac:spMkLst>
            <pc:docMk/>
            <pc:sldMk cId="778979105" sldId="267"/>
            <ac:spMk id="11" creationId="{3B8F2BF3-B01C-4E7C-A2F6-834474C27981}"/>
          </ac:spMkLst>
        </pc:spChg>
        <pc:spChg chg="mod">
          <ac:chgData name="Matthew Callus" userId="d19783cd-252c-4dcd-bef4-69e23341675a" providerId="ADAL" clId="{F960598C-5AC8-465C-83A2-37507A1C2232}" dt="2023-12-14T10:52:37.688" v="18" actId="692"/>
          <ac:spMkLst>
            <pc:docMk/>
            <pc:sldMk cId="778979105" sldId="267"/>
            <ac:spMk id="12" creationId="{024DBF3E-EDEA-48FF-8119-286E1BB288FC}"/>
          </ac:spMkLst>
        </pc:spChg>
        <pc:spChg chg="mod">
          <ac:chgData name="Matthew Callus" userId="d19783cd-252c-4dcd-bef4-69e23341675a" providerId="ADAL" clId="{F960598C-5AC8-465C-83A2-37507A1C2232}" dt="2023-12-14T10:52:37.688" v="18" actId="692"/>
          <ac:spMkLst>
            <pc:docMk/>
            <pc:sldMk cId="778979105" sldId="267"/>
            <ac:spMk id="13" creationId="{A20C5353-1394-451D-8EA8-D942135ED3CE}"/>
          </ac:spMkLst>
        </pc:spChg>
        <pc:spChg chg="mod">
          <ac:chgData name="Matthew Callus" userId="d19783cd-252c-4dcd-bef4-69e23341675a" providerId="ADAL" clId="{F960598C-5AC8-465C-83A2-37507A1C2232}" dt="2023-12-14T10:57:44.378" v="53" actId="692"/>
          <ac:spMkLst>
            <pc:docMk/>
            <pc:sldMk cId="778979105" sldId="267"/>
            <ac:spMk id="26" creationId="{1C250D63-BF43-416F-8C84-208DD7D629DE}"/>
          </ac:spMkLst>
        </pc:spChg>
        <pc:spChg chg="mod">
          <ac:chgData name="Matthew Callus" userId="d19783cd-252c-4dcd-bef4-69e23341675a" providerId="ADAL" clId="{F960598C-5AC8-465C-83A2-37507A1C2232}" dt="2023-12-14T10:57:44.378" v="53" actId="692"/>
          <ac:spMkLst>
            <pc:docMk/>
            <pc:sldMk cId="778979105" sldId="267"/>
            <ac:spMk id="27" creationId="{C7C149A3-19A8-4F83-8829-8BE2F8B1AD19}"/>
          </ac:spMkLst>
        </pc:spChg>
        <pc:spChg chg="mod">
          <ac:chgData name="Matthew Callus" userId="d19783cd-252c-4dcd-bef4-69e23341675a" providerId="ADAL" clId="{F960598C-5AC8-465C-83A2-37507A1C2232}" dt="2023-12-14T10:57:44.378" v="53" actId="692"/>
          <ac:spMkLst>
            <pc:docMk/>
            <pc:sldMk cId="778979105" sldId="267"/>
            <ac:spMk id="28" creationId="{F1FCBA77-41A3-4F36-AB4F-6CEFC3B84BEF}"/>
          </ac:spMkLst>
        </pc:spChg>
        <pc:spChg chg="mod">
          <ac:chgData name="Matthew Callus" userId="d19783cd-252c-4dcd-bef4-69e23341675a" providerId="ADAL" clId="{F960598C-5AC8-465C-83A2-37507A1C2232}" dt="2023-12-14T10:57:44.378" v="53" actId="692"/>
          <ac:spMkLst>
            <pc:docMk/>
            <pc:sldMk cId="778979105" sldId="267"/>
            <ac:spMk id="29" creationId="{B7FE48FF-9109-4B83-9E2D-14FECC5E588F}"/>
          </ac:spMkLst>
        </pc:spChg>
      </pc:sldChg>
      <pc:sldChg chg="modSp mod">
        <pc:chgData name="Matthew Callus" userId="d19783cd-252c-4dcd-bef4-69e23341675a" providerId="ADAL" clId="{F960598C-5AC8-465C-83A2-37507A1C2232}" dt="2023-12-14T10:56:57.350" v="47" actId="207"/>
        <pc:sldMkLst>
          <pc:docMk/>
          <pc:sldMk cId="238226228" sldId="268"/>
        </pc:sldMkLst>
        <pc:spChg chg="mod">
          <ac:chgData name="Matthew Callus" userId="d19783cd-252c-4dcd-bef4-69e23341675a" providerId="ADAL" clId="{F960598C-5AC8-465C-83A2-37507A1C2232}" dt="2023-12-14T10:54:21.092" v="33" actId="692"/>
          <ac:spMkLst>
            <pc:docMk/>
            <pc:sldMk cId="238226228" sldId="268"/>
            <ac:spMk id="7" creationId="{3F233878-1D0B-4ACA-826A-3F1D4AA1A888}"/>
          </ac:spMkLst>
        </pc:spChg>
        <pc:spChg chg="mod">
          <ac:chgData name="Matthew Callus" userId="d19783cd-252c-4dcd-bef4-69e23341675a" providerId="ADAL" clId="{F960598C-5AC8-465C-83A2-37507A1C2232}" dt="2023-12-14T10:54:17.590" v="32" actId="207"/>
          <ac:spMkLst>
            <pc:docMk/>
            <pc:sldMk cId="238226228" sldId="268"/>
            <ac:spMk id="8" creationId="{FDFAEBD9-5572-40DF-A67E-B024E2950E9B}"/>
          </ac:spMkLst>
        </pc:spChg>
        <pc:spChg chg="mod">
          <ac:chgData name="Matthew Callus" userId="d19783cd-252c-4dcd-bef4-69e23341675a" providerId="ADAL" clId="{F960598C-5AC8-465C-83A2-37507A1C2232}" dt="2023-12-14T10:56:57.350" v="47" actId="207"/>
          <ac:spMkLst>
            <pc:docMk/>
            <pc:sldMk cId="238226228" sldId="268"/>
            <ac:spMk id="9" creationId="{6D2F241D-E5D0-4B0F-A44B-24DF270B5BC7}"/>
          </ac:spMkLst>
        </pc:spChg>
        <pc:spChg chg="mod">
          <ac:chgData name="Matthew Callus" userId="d19783cd-252c-4dcd-bef4-69e23341675a" providerId="ADAL" clId="{F960598C-5AC8-465C-83A2-37507A1C2232}" dt="2023-12-14T10:56:57.350" v="47" actId="207"/>
          <ac:spMkLst>
            <pc:docMk/>
            <pc:sldMk cId="238226228" sldId="268"/>
            <ac:spMk id="10" creationId="{4B382849-3256-4B21-BA09-A2D78F5A2FA9}"/>
          </ac:spMkLst>
        </pc:spChg>
        <pc:spChg chg="mod">
          <ac:chgData name="Matthew Callus" userId="d19783cd-252c-4dcd-bef4-69e23341675a" providerId="ADAL" clId="{F960598C-5AC8-465C-83A2-37507A1C2232}" dt="2023-12-14T10:56:57.350" v="47" actId="207"/>
          <ac:spMkLst>
            <pc:docMk/>
            <pc:sldMk cId="238226228" sldId="268"/>
            <ac:spMk id="11" creationId="{3B8F2BF3-B01C-4E7C-A2F6-834474C27981}"/>
          </ac:spMkLst>
        </pc:spChg>
        <pc:spChg chg="mod">
          <ac:chgData name="Matthew Callus" userId="d19783cd-252c-4dcd-bef4-69e23341675a" providerId="ADAL" clId="{F960598C-5AC8-465C-83A2-37507A1C2232}" dt="2023-12-14T10:54:25.752" v="35" actId="207"/>
          <ac:spMkLst>
            <pc:docMk/>
            <pc:sldMk cId="238226228" sldId="268"/>
            <ac:spMk id="12" creationId="{024DBF3E-EDEA-48FF-8119-286E1BB288FC}"/>
          </ac:spMkLst>
        </pc:spChg>
        <pc:spChg chg="mod">
          <ac:chgData name="Matthew Callus" userId="d19783cd-252c-4dcd-bef4-69e23341675a" providerId="ADAL" clId="{F960598C-5AC8-465C-83A2-37507A1C2232}" dt="2023-12-14T10:54:25.752" v="35" actId="207"/>
          <ac:spMkLst>
            <pc:docMk/>
            <pc:sldMk cId="238226228" sldId="268"/>
            <ac:spMk id="13" creationId="{A20C5353-1394-451D-8EA8-D942135ED3CE}"/>
          </ac:spMkLst>
        </pc:spChg>
        <pc:spChg chg="mod">
          <ac:chgData name="Matthew Callus" userId="d19783cd-252c-4dcd-bef4-69e23341675a" providerId="ADAL" clId="{F960598C-5AC8-465C-83A2-37507A1C2232}" dt="2023-12-14T10:56:57.350" v="47" actId="207"/>
          <ac:spMkLst>
            <pc:docMk/>
            <pc:sldMk cId="238226228" sldId="268"/>
            <ac:spMk id="26" creationId="{1C250D63-BF43-416F-8C84-208DD7D629DE}"/>
          </ac:spMkLst>
        </pc:spChg>
        <pc:spChg chg="mod">
          <ac:chgData name="Matthew Callus" userId="d19783cd-252c-4dcd-bef4-69e23341675a" providerId="ADAL" clId="{F960598C-5AC8-465C-83A2-37507A1C2232}" dt="2023-12-14T10:56:57.350" v="47" actId="207"/>
          <ac:spMkLst>
            <pc:docMk/>
            <pc:sldMk cId="238226228" sldId="268"/>
            <ac:spMk id="27" creationId="{C7C149A3-19A8-4F83-8829-8BE2F8B1AD19}"/>
          </ac:spMkLst>
        </pc:spChg>
        <pc:spChg chg="mod">
          <ac:chgData name="Matthew Callus" userId="d19783cd-252c-4dcd-bef4-69e23341675a" providerId="ADAL" clId="{F960598C-5AC8-465C-83A2-37507A1C2232}" dt="2023-12-14T10:56:57.350" v="47" actId="207"/>
          <ac:spMkLst>
            <pc:docMk/>
            <pc:sldMk cId="238226228" sldId="268"/>
            <ac:spMk id="28" creationId="{F1FCBA77-41A3-4F36-AB4F-6CEFC3B84BEF}"/>
          </ac:spMkLst>
        </pc:spChg>
        <pc:spChg chg="mod">
          <ac:chgData name="Matthew Callus" userId="d19783cd-252c-4dcd-bef4-69e23341675a" providerId="ADAL" clId="{F960598C-5AC8-465C-83A2-37507A1C2232}" dt="2023-12-14T10:56:57.350" v="47" actId="207"/>
          <ac:spMkLst>
            <pc:docMk/>
            <pc:sldMk cId="238226228" sldId="268"/>
            <ac:spMk id="29" creationId="{B7FE48FF-9109-4B83-9E2D-14FECC5E588F}"/>
          </ac:spMkLst>
        </pc:spChg>
      </pc:sldChg>
      <pc:sldChg chg="modSp mod">
        <pc:chgData name="Matthew Callus" userId="d19783cd-252c-4dcd-bef4-69e23341675a" providerId="ADAL" clId="{F960598C-5AC8-465C-83A2-37507A1C2232}" dt="2023-12-14T10:57:17.100" v="49" actId="207"/>
        <pc:sldMkLst>
          <pc:docMk/>
          <pc:sldMk cId="4040946331" sldId="269"/>
        </pc:sldMkLst>
        <pc:spChg chg="mod">
          <ac:chgData name="Matthew Callus" userId="d19783cd-252c-4dcd-bef4-69e23341675a" providerId="ADAL" clId="{F960598C-5AC8-465C-83A2-37507A1C2232}" dt="2023-12-14T10:54:05.925" v="29" actId="692"/>
          <ac:spMkLst>
            <pc:docMk/>
            <pc:sldMk cId="4040946331" sldId="269"/>
            <ac:spMk id="7" creationId="{3F233878-1D0B-4ACA-826A-3F1D4AA1A888}"/>
          </ac:spMkLst>
        </pc:spChg>
        <pc:spChg chg="mod">
          <ac:chgData name="Matthew Callus" userId="d19783cd-252c-4dcd-bef4-69e23341675a" providerId="ADAL" clId="{F960598C-5AC8-465C-83A2-37507A1C2232}" dt="2023-12-14T10:54:01.768" v="28" actId="207"/>
          <ac:spMkLst>
            <pc:docMk/>
            <pc:sldMk cId="4040946331" sldId="269"/>
            <ac:spMk id="8" creationId="{FDFAEBD9-5572-40DF-A67E-B024E2950E9B}"/>
          </ac:spMkLst>
        </pc:spChg>
        <pc:spChg chg="mod">
          <ac:chgData name="Matthew Callus" userId="d19783cd-252c-4dcd-bef4-69e23341675a" providerId="ADAL" clId="{F960598C-5AC8-465C-83A2-37507A1C2232}" dt="2023-12-14T10:57:17.100" v="49" actId="207"/>
          <ac:spMkLst>
            <pc:docMk/>
            <pc:sldMk cId="4040946331" sldId="269"/>
            <ac:spMk id="9" creationId="{6D2F241D-E5D0-4B0F-A44B-24DF270B5BC7}"/>
          </ac:spMkLst>
        </pc:spChg>
        <pc:spChg chg="mod">
          <ac:chgData name="Matthew Callus" userId="d19783cd-252c-4dcd-bef4-69e23341675a" providerId="ADAL" clId="{F960598C-5AC8-465C-83A2-37507A1C2232}" dt="2023-12-14T10:57:17.100" v="49" actId="207"/>
          <ac:spMkLst>
            <pc:docMk/>
            <pc:sldMk cId="4040946331" sldId="269"/>
            <ac:spMk id="10" creationId="{4B382849-3256-4B21-BA09-A2D78F5A2FA9}"/>
          </ac:spMkLst>
        </pc:spChg>
        <pc:spChg chg="mod">
          <ac:chgData name="Matthew Callus" userId="d19783cd-252c-4dcd-bef4-69e23341675a" providerId="ADAL" clId="{F960598C-5AC8-465C-83A2-37507A1C2232}" dt="2023-12-14T10:57:17.100" v="49" actId="207"/>
          <ac:spMkLst>
            <pc:docMk/>
            <pc:sldMk cId="4040946331" sldId="269"/>
            <ac:spMk id="11" creationId="{3B8F2BF3-B01C-4E7C-A2F6-834474C27981}"/>
          </ac:spMkLst>
        </pc:spChg>
        <pc:spChg chg="mod">
          <ac:chgData name="Matthew Callus" userId="d19783cd-252c-4dcd-bef4-69e23341675a" providerId="ADAL" clId="{F960598C-5AC8-465C-83A2-37507A1C2232}" dt="2023-12-14T10:54:11.739" v="31" actId="207"/>
          <ac:spMkLst>
            <pc:docMk/>
            <pc:sldMk cId="4040946331" sldId="269"/>
            <ac:spMk id="12" creationId="{024DBF3E-EDEA-48FF-8119-286E1BB288FC}"/>
          </ac:spMkLst>
        </pc:spChg>
        <pc:spChg chg="mod">
          <ac:chgData name="Matthew Callus" userId="d19783cd-252c-4dcd-bef4-69e23341675a" providerId="ADAL" clId="{F960598C-5AC8-465C-83A2-37507A1C2232}" dt="2023-12-14T10:54:11.739" v="31" actId="207"/>
          <ac:spMkLst>
            <pc:docMk/>
            <pc:sldMk cId="4040946331" sldId="269"/>
            <ac:spMk id="13" creationId="{A20C5353-1394-451D-8EA8-D942135ED3CE}"/>
          </ac:spMkLst>
        </pc:spChg>
        <pc:spChg chg="mod">
          <ac:chgData name="Matthew Callus" userId="d19783cd-252c-4dcd-bef4-69e23341675a" providerId="ADAL" clId="{F960598C-5AC8-465C-83A2-37507A1C2232}" dt="2023-12-14T10:57:17.100" v="49" actId="207"/>
          <ac:spMkLst>
            <pc:docMk/>
            <pc:sldMk cId="4040946331" sldId="269"/>
            <ac:spMk id="26" creationId="{1C250D63-BF43-416F-8C84-208DD7D629DE}"/>
          </ac:spMkLst>
        </pc:spChg>
        <pc:spChg chg="mod">
          <ac:chgData name="Matthew Callus" userId="d19783cd-252c-4dcd-bef4-69e23341675a" providerId="ADAL" clId="{F960598C-5AC8-465C-83A2-37507A1C2232}" dt="2023-12-14T10:57:17.100" v="49" actId="207"/>
          <ac:spMkLst>
            <pc:docMk/>
            <pc:sldMk cId="4040946331" sldId="269"/>
            <ac:spMk id="27" creationId="{C7C149A3-19A8-4F83-8829-8BE2F8B1AD19}"/>
          </ac:spMkLst>
        </pc:spChg>
        <pc:spChg chg="mod">
          <ac:chgData name="Matthew Callus" userId="d19783cd-252c-4dcd-bef4-69e23341675a" providerId="ADAL" clId="{F960598C-5AC8-465C-83A2-37507A1C2232}" dt="2023-12-14T10:57:17.100" v="49" actId="207"/>
          <ac:spMkLst>
            <pc:docMk/>
            <pc:sldMk cId="4040946331" sldId="269"/>
            <ac:spMk id="28" creationId="{F1FCBA77-41A3-4F36-AB4F-6CEFC3B84BEF}"/>
          </ac:spMkLst>
        </pc:spChg>
        <pc:spChg chg="mod">
          <ac:chgData name="Matthew Callus" userId="d19783cd-252c-4dcd-bef4-69e23341675a" providerId="ADAL" clId="{F960598C-5AC8-465C-83A2-37507A1C2232}" dt="2023-12-14T10:57:17.100" v="49" actId="207"/>
          <ac:spMkLst>
            <pc:docMk/>
            <pc:sldMk cId="4040946331" sldId="269"/>
            <ac:spMk id="29" creationId="{B7FE48FF-9109-4B83-9E2D-14FECC5E588F}"/>
          </ac:spMkLst>
        </pc:spChg>
      </pc:sldChg>
      <pc:sldChg chg="modSp mod ord modNotesTx">
        <pc:chgData name="Matthew Callus" userId="d19783cd-252c-4dcd-bef4-69e23341675a" providerId="ADAL" clId="{F960598C-5AC8-465C-83A2-37507A1C2232}" dt="2023-12-14T10:51:07.695" v="8"/>
        <pc:sldMkLst>
          <pc:docMk/>
          <pc:sldMk cId="375871873" sldId="270"/>
        </pc:sldMkLst>
        <pc:spChg chg="mod">
          <ac:chgData name="Matthew Callus" userId="d19783cd-252c-4dcd-bef4-69e23341675a" providerId="ADAL" clId="{F960598C-5AC8-465C-83A2-37507A1C2232}" dt="2023-12-11T09:57:15.493" v="6" actId="692"/>
          <ac:spMkLst>
            <pc:docMk/>
            <pc:sldMk cId="375871873" sldId="270"/>
            <ac:spMk id="7" creationId="{3F233878-1D0B-4ACA-826A-3F1D4AA1A888}"/>
          </ac:spMkLst>
        </pc:spChg>
        <pc:spChg chg="mod">
          <ac:chgData name="Matthew Callus" userId="d19783cd-252c-4dcd-bef4-69e23341675a" providerId="ADAL" clId="{F960598C-5AC8-465C-83A2-37507A1C2232}" dt="2023-12-11T09:57:09.043" v="5" actId="692"/>
          <ac:spMkLst>
            <pc:docMk/>
            <pc:sldMk cId="375871873" sldId="270"/>
            <ac:spMk id="9" creationId="{6D2F241D-E5D0-4B0F-A44B-24DF270B5BC7}"/>
          </ac:spMkLst>
        </pc:spChg>
        <pc:spChg chg="mod">
          <ac:chgData name="Matthew Callus" userId="d19783cd-252c-4dcd-bef4-69e23341675a" providerId="ADAL" clId="{F960598C-5AC8-465C-83A2-37507A1C2232}" dt="2023-12-11T09:57:09.043" v="5" actId="692"/>
          <ac:spMkLst>
            <pc:docMk/>
            <pc:sldMk cId="375871873" sldId="270"/>
            <ac:spMk id="10" creationId="{4B382849-3256-4B21-BA09-A2D78F5A2FA9}"/>
          </ac:spMkLst>
        </pc:spChg>
        <pc:spChg chg="mod">
          <ac:chgData name="Matthew Callus" userId="d19783cd-252c-4dcd-bef4-69e23341675a" providerId="ADAL" clId="{F960598C-5AC8-465C-83A2-37507A1C2232}" dt="2023-12-11T09:57:09.043" v="5" actId="692"/>
          <ac:spMkLst>
            <pc:docMk/>
            <pc:sldMk cId="375871873" sldId="270"/>
            <ac:spMk id="11" creationId="{3B8F2BF3-B01C-4E7C-A2F6-834474C27981}"/>
          </ac:spMkLst>
        </pc:spChg>
        <pc:spChg chg="mod">
          <ac:chgData name="Matthew Callus" userId="d19783cd-252c-4dcd-bef4-69e23341675a" providerId="ADAL" clId="{F960598C-5AC8-465C-83A2-37507A1C2232}" dt="2023-12-11T09:57:09.043" v="5" actId="692"/>
          <ac:spMkLst>
            <pc:docMk/>
            <pc:sldMk cId="375871873" sldId="270"/>
            <ac:spMk id="12" creationId="{024DBF3E-EDEA-48FF-8119-286E1BB288FC}"/>
          </ac:spMkLst>
        </pc:spChg>
        <pc:spChg chg="mod">
          <ac:chgData name="Matthew Callus" userId="d19783cd-252c-4dcd-bef4-69e23341675a" providerId="ADAL" clId="{F960598C-5AC8-465C-83A2-37507A1C2232}" dt="2023-12-11T09:57:09.043" v="5" actId="692"/>
          <ac:spMkLst>
            <pc:docMk/>
            <pc:sldMk cId="375871873" sldId="270"/>
            <ac:spMk id="13" creationId="{A20C5353-1394-451D-8EA8-D942135ED3CE}"/>
          </ac:spMkLst>
        </pc:spChg>
        <pc:spChg chg="mod">
          <ac:chgData name="Matthew Callus" userId="d19783cd-252c-4dcd-bef4-69e23341675a" providerId="ADAL" clId="{F960598C-5AC8-465C-83A2-37507A1C2232}" dt="2023-12-11T09:57:09.043" v="5" actId="692"/>
          <ac:spMkLst>
            <pc:docMk/>
            <pc:sldMk cId="375871873" sldId="270"/>
            <ac:spMk id="26" creationId="{1C250D63-BF43-416F-8C84-208DD7D629DE}"/>
          </ac:spMkLst>
        </pc:spChg>
        <pc:spChg chg="mod">
          <ac:chgData name="Matthew Callus" userId="d19783cd-252c-4dcd-bef4-69e23341675a" providerId="ADAL" clId="{F960598C-5AC8-465C-83A2-37507A1C2232}" dt="2023-12-11T09:57:09.043" v="5" actId="692"/>
          <ac:spMkLst>
            <pc:docMk/>
            <pc:sldMk cId="375871873" sldId="270"/>
            <ac:spMk id="27" creationId="{C7C149A3-19A8-4F83-8829-8BE2F8B1AD19}"/>
          </ac:spMkLst>
        </pc:spChg>
        <pc:spChg chg="mod">
          <ac:chgData name="Matthew Callus" userId="d19783cd-252c-4dcd-bef4-69e23341675a" providerId="ADAL" clId="{F960598C-5AC8-465C-83A2-37507A1C2232}" dt="2023-12-11T09:57:09.043" v="5" actId="692"/>
          <ac:spMkLst>
            <pc:docMk/>
            <pc:sldMk cId="375871873" sldId="270"/>
            <ac:spMk id="28" creationId="{F1FCBA77-41A3-4F36-AB4F-6CEFC3B84BEF}"/>
          </ac:spMkLst>
        </pc:spChg>
        <pc:spChg chg="mod">
          <ac:chgData name="Matthew Callus" userId="d19783cd-252c-4dcd-bef4-69e23341675a" providerId="ADAL" clId="{F960598C-5AC8-465C-83A2-37507A1C2232}" dt="2023-12-11T09:57:09.043" v="5" actId="692"/>
          <ac:spMkLst>
            <pc:docMk/>
            <pc:sldMk cId="375871873" sldId="270"/>
            <ac:spMk id="29" creationId="{B7FE48FF-9109-4B83-9E2D-14FECC5E588F}"/>
          </ac:spMkLst>
        </pc:spChg>
      </pc:sldChg>
      <pc:sldChg chg="modSp mod ord">
        <pc:chgData name="Matthew Callus" userId="d19783cd-252c-4dcd-bef4-69e23341675a" providerId="ADAL" clId="{F960598C-5AC8-465C-83A2-37507A1C2232}" dt="2023-12-14T11:16:42.341" v="484" actId="1076"/>
        <pc:sldMkLst>
          <pc:docMk/>
          <pc:sldMk cId="1882440063" sldId="273"/>
        </pc:sldMkLst>
        <pc:spChg chg="mod">
          <ac:chgData name="Matthew Callus" userId="d19783cd-252c-4dcd-bef4-69e23341675a" providerId="ADAL" clId="{F960598C-5AC8-465C-83A2-37507A1C2232}" dt="2023-12-14T10:59:27.174" v="61" actId="692"/>
          <ac:spMkLst>
            <pc:docMk/>
            <pc:sldMk cId="1882440063" sldId="273"/>
            <ac:spMk id="7" creationId="{3F233878-1D0B-4ACA-826A-3F1D4AA1A888}"/>
          </ac:spMkLst>
        </pc:spChg>
        <pc:spChg chg="mod">
          <ac:chgData name="Matthew Callus" userId="d19783cd-252c-4dcd-bef4-69e23341675a" providerId="ADAL" clId="{F960598C-5AC8-465C-83A2-37507A1C2232}" dt="2023-12-14T10:58:38.744" v="58" actId="207"/>
          <ac:spMkLst>
            <pc:docMk/>
            <pc:sldMk cId="1882440063" sldId="273"/>
            <ac:spMk id="8" creationId="{FDFAEBD9-5572-40DF-A67E-B024E2950E9B}"/>
          </ac:spMkLst>
        </pc:spChg>
        <pc:spChg chg="mod ord">
          <ac:chgData name="Matthew Callus" userId="d19783cd-252c-4dcd-bef4-69e23341675a" providerId="ADAL" clId="{F960598C-5AC8-465C-83A2-37507A1C2232}" dt="2023-12-14T11:15:37.177" v="447" actId="692"/>
          <ac:spMkLst>
            <pc:docMk/>
            <pc:sldMk cId="1882440063" sldId="273"/>
            <ac:spMk id="15" creationId="{1649FEE7-4B85-409C-A0D6-2C46BB4C4DBF}"/>
          </ac:spMkLst>
        </pc:spChg>
        <pc:grpChg chg="mod">
          <ac:chgData name="Matthew Callus" userId="d19783cd-252c-4dcd-bef4-69e23341675a" providerId="ADAL" clId="{F960598C-5AC8-465C-83A2-37507A1C2232}" dt="2023-12-14T11:12:31.035" v="231" actId="1038"/>
          <ac:grpSpMkLst>
            <pc:docMk/>
            <pc:sldMk cId="1882440063" sldId="273"/>
            <ac:grpSpMk id="18" creationId="{28DF31E6-27C1-4F7E-8DDF-5C9CDBC2BE92}"/>
          </ac:grpSpMkLst>
        </pc:grpChg>
        <pc:cxnChg chg="mod">
          <ac:chgData name="Matthew Callus" userId="d19783cd-252c-4dcd-bef4-69e23341675a" providerId="ADAL" clId="{F960598C-5AC8-465C-83A2-37507A1C2232}" dt="2023-12-14T11:16:42.341" v="484" actId="1076"/>
          <ac:cxnSpMkLst>
            <pc:docMk/>
            <pc:sldMk cId="1882440063" sldId="273"/>
            <ac:cxnSpMk id="3" creationId="{37F9A340-FB67-474C-803F-F89CAD1359D0}"/>
          </ac:cxnSpMkLst>
        </pc:cxnChg>
      </pc:sldChg>
      <pc:sldChg chg="modSp mod">
        <pc:chgData name="Matthew Callus" userId="d19783cd-252c-4dcd-bef4-69e23341675a" providerId="ADAL" clId="{F960598C-5AC8-465C-83A2-37507A1C2232}" dt="2023-12-14T11:15:50.612" v="461" actId="692"/>
        <pc:sldMkLst>
          <pc:docMk/>
          <pc:sldMk cId="1615826588" sldId="274"/>
        </pc:sldMkLst>
        <pc:spChg chg="mod">
          <ac:chgData name="Matthew Callus" userId="d19783cd-252c-4dcd-bef4-69e23341675a" providerId="ADAL" clId="{F960598C-5AC8-465C-83A2-37507A1C2232}" dt="2023-12-14T10:54:35.814" v="37" actId="692"/>
          <ac:spMkLst>
            <pc:docMk/>
            <pc:sldMk cId="1615826588" sldId="274"/>
            <ac:spMk id="7" creationId="{3F233878-1D0B-4ACA-826A-3F1D4AA1A888}"/>
          </ac:spMkLst>
        </pc:spChg>
        <pc:spChg chg="mod">
          <ac:chgData name="Matthew Callus" userId="d19783cd-252c-4dcd-bef4-69e23341675a" providerId="ADAL" clId="{F960598C-5AC8-465C-83A2-37507A1C2232}" dt="2023-12-14T10:54:32.239" v="36" actId="207"/>
          <ac:spMkLst>
            <pc:docMk/>
            <pc:sldMk cId="1615826588" sldId="274"/>
            <ac:spMk id="8" creationId="{FDFAEBD9-5572-40DF-A67E-B024E2950E9B}"/>
          </ac:spMkLst>
        </pc:spChg>
        <pc:spChg chg="mod ord">
          <ac:chgData name="Matthew Callus" userId="d19783cd-252c-4dcd-bef4-69e23341675a" providerId="ADAL" clId="{F960598C-5AC8-465C-83A2-37507A1C2232}" dt="2023-12-14T11:15:50.612" v="461" actId="692"/>
          <ac:spMkLst>
            <pc:docMk/>
            <pc:sldMk cId="1615826588" sldId="274"/>
            <ac:spMk id="15" creationId="{1649FEE7-4B85-409C-A0D6-2C46BB4C4DBF}"/>
          </ac:spMkLst>
        </pc:spChg>
        <pc:grpChg chg="mod">
          <ac:chgData name="Matthew Callus" userId="d19783cd-252c-4dcd-bef4-69e23341675a" providerId="ADAL" clId="{F960598C-5AC8-465C-83A2-37507A1C2232}" dt="2023-12-14T11:09:39.263" v="119" actId="1037"/>
          <ac:grpSpMkLst>
            <pc:docMk/>
            <pc:sldMk cId="1615826588" sldId="274"/>
            <ac:grpSpMk id="18" creationId="{28DF31E6-27C1-4F7E-8DDF-5C9CDBC2BE92}"/>
          </ac:grpSpMkLst>
        </pc:grpChg>
        <pc:cxnChg chg="mod">
          <ac:chgData name="Matthew Callus" userId="d19783cd-252c-4dcd-bef4-69e23341675a" providerId="ADAL" clId="{F960598C-5AC8-465C-83A2-37507A1C2232}" dt="2023-12-14T11:14:54.607" v="434" actId="1038"/>
          <ac:cxnSpMkLst>
            <pc:docMk/>
            <pc:sldMk cId="1615826588" sldId="274"/>
            <ac:cxnSpMk id="3" creationId="{37F9A340-FB67-474C-803F-F89CAD1359D0}"/>
          </ac:cxnSpMkLst>
        </pc:cxnChg>
      </pc:sldChg>
      <pc:sldChg chg="modSp mod">
        <pc:chgData name="Matthew Callus" userId="d19783cd-252c-4dcd-bef4-69e23341675a" providerId="ADAL" clId="{F960598C-5AC8-465C-83A2-37507A1C2232}" dt="2023-12-14T11:16:10.567" v="483" actId="1035"/>
        <pc:sldMkLst>
          <pc:docMk/>
          <pc:sldMk cId="2478545237" sldId="275"/>
        </pc:sldMkLst>
        <pc:spChg chg="mod">
          <ac:chgData name="Matthew Callus" userId="d19783cd-252c-4dcd-bef4-69e23341675a" providerId="ADAL" clId="{F960598C-5AC8-465C-83A2-37507A1C2232}" dt="2023-12-14T10:53:34.548" v="26" actId="692"/>
          <ac:spMkLst>
            <pc:docMk/>
            <pc:sldMk cId="2478545237" sldId="275"/>
            <ac:spMk id="7" creationId="{3F233878-1D0B-4ACA-826A-3F1D4AA1A888}"/>
          </ac:spMkLst>
        </pc:spChg>
        <pc:spChg chg="mod">
          <ac:chgData name="Matthew Callus" userId="d19783cd-252c-4dcd-bef4-69e23341675a" providerId="ADAL" clId="{F960598C-5AC8-465C-83A2-37507A1C2232}" dt="2023-12-14T10:53:30.822" v="25" actId="207"/>
          <ac:spMkLst>
            <pc:docMk/>
            <pc:sldMk cId="2478545237" sldId="275"/>
            <ac:spMk id="8" creationId="{FDFAEBD9-5572-40DF-A67E-B024E2950E9B}"/>
          </ac:spMkLst>
        </pc:spChg>
        <pc:spChg chg="mod ord">
          <ac:chgData name="Matthew Callus" userId="d19783cd-252c-4dcd-bef4-69e23341675a" providerId="ADAL" clId="{F960598C-5AC8-465C-83A2-37507A1C2232}" dt="2023-12-14T11:15:57.335" v="471" actId="692"/>
          <ac:spMkLst>
            <pc:docMk/>
            <pc:sldMk cId="2478545237" sldId="275"/>
            <ac:spMk id="15" creationId="{1649FEE7-4B85-409C-A0D6-2C46BB4C4DBF}"/>
          </ac:spMkLst>
        </pc:spChg>
        <pc:cxnChg chg="mod">
          <ac:chgData name="Matthew Callus" userId="d19783cd-252c-4dcd-bef4-69e23341675a" providerId="ADAL" clId="{F960598C-5AC8-465C-83A2-37507A1C2232}" dt="2023-12-14T11:16:10.567" v="483" actId="1035"/>
          <ac:cxnSpMkLst>
            <pc:docMk/>
            <pc:sldMk cId="2478545237" sldId="275"/>
            <ac:cxnSpMk id="3" creationId="{37F9A340-FB67-474C-803F-F89CAD1359D0}"/>
          </ac:cxnSpMkLst>
        </pc:cxnChg>
      </pc:sldChg>
      <pc:sldChg chg="modSp mod">
        <pc:chgData name="Matthew Callus" userId="d19783cd-252c-4dcd-bef4-69e23341675a" providerId="ADAL" clId="{F960598C-5AC8-465C-83A2-37507A1C2232}" dt="2023-12-14T10:58:08.070" v="55" actId="692"/>
        <pc:sldMkLst>
          <pc:docMk/>
          <pc:sldMk cId="565300392" sldId="278"/>
        </pc:sldMkLst>
        <pc:spChg chg="mod">
          <ac:chgData name="Matthew Callus" userId="d19783cd-252c-4dcd-bef4-69e23341675a" providerId="ADAL" clId="{F960598C-5AC8-465C-83A2-37507A1C2232}" dt="2023-12-14T10:58:02.686" v="54" actId="207"/>
          <ac:spMkLst>
            <pc:docMk/>
            <pc:sldMk cId="565300392" sldId="278"/>
            <ac:spMk id="2" creationId="{907AFB51-26D7-4B55-868D-B8CD371DF1EE}"/>
          </ac:spMkLst>
        </pc:spChg>
        <pc:spChg chg="mod">
          <ac:chgData name="Matthew Callus" userId="d19783cd-252c-4dcd-bef4-69e23341675a" providerId="ADAL" clId="{F960598C-5AC8-465C-83A2-37507A1C2232}" dt="2023-12-14T10:58:08.070" v="55" actId="692"/>
          <ac:spMkLst>
            <pc:docMk/>
            <pc:sldMk cId="565300392" sldId="278"/>
            <ac:spMk id="7" creationId="{3F233878-1D0B-4ACA-826A-3F1D4AA1A888}"/>
          </ac:spMkLst>
        </pc:spChg>
      </pc:sldChg>
      <pc:sldChg chg="modSp mod">
        <pc:chgData name="Matthew Callus" userId="d19783cd-252c-4dcd-bef4-69e23341675a" providerId="ADAL" clId="{F960598C-5AC8-465C-83A2-37507A1C2232}" dt="2023-12-14T10:58:16.627" v="57" actId="692"/>
        <pc:sldMkLst>
          <pc:docMk/>
          <pc:sldMk cId="2178000893" sldId="279"/>
        </pc:sldMkLst>
        <pc:spChg chg="mod">
          <ac:chgData name="Matthew Callus" userId="d19783cd-252c-4dcd-bef4-69e23341675a" providerId="ADAL" clId="{F960598C-5AC8-465C-83A2-37507A1C2232}" dt="2023-12-14T10:58:12.678" v="56" actId="207"/>
          <ac:spMkLst>
            <pc:docMk/>
            <pc:sldMk cId="2178000893" sldId="279"/>
            <ac:spMk id="2" creationId="{907AFB51-26D7-4B55-868D-B8CD371DF1EE}"/>
          </ac:spMkLst>
        </pc:spChg>
        <pc:spChg chg="mod">
          <ac:chgData name="Matthew Callus" userId="d19783cd-252c-4dcd-bef4-69e23341675a" providerId="ADAL" clId="{F960598C-5AC8-465C-83A2-37507A1C2232}" dt="2023-12-14T10:58:16.627" v="57" actId="692"/>
          <ac:spMkLst>
            <pc:docMk/>
            <pc:sldMk cId="2178000893" sldId="279"/>
            <ac:spMk id="7" creationId="{3F233878-1D0B-4ACA-826A-3F1D4AA1A888}"/>
          </ac:spMkLst>
        </pc:spChg>
      </pc:sldChg>
      <pc:sldChg chg="modSp mod">
        <pc:chgData name="Matthew Callus" userId="d19783cd-252c-4dcd-bef4-69e23341675a" providerId="ADAL" clId="{F960598C-5AC8-465C-83A2-37507A1C2232}" dt="2023-12-14T11:01:42.406" v="63" actId="692"/>
        <pc:sldMkLst>
          <pc:docMk/>
          <pc:sldMk cId="3355805484" sldId="281"/>
        </pc:sldMkLst>
        <pc:spChg chg="mod">
          <ac:chgData name="Matthew Callus" userId="d19783cd-252c-4dcd-bef4-69e23341675a" providerId="ADAL" clId="{F960598C-5AC8-465C-83A2-37507A1C2232}" dt="2023-12-14T11:01:42.406" v="63" actId="692"/>
          <ac:spMkLst>
            <pc:docMk/>
            <pc:sldMk cId="3355805484" sldId="281"/>
            <ac:spMk id="7" creationId="{3F233878-1D0B-4ACA-826A-3F1D4AA1A888}"/>
          </ac:spMkLst>
        </pc:spChg>
      </pc:sldChg>
      <pc:sldMasterChg chg="delSldLayout">
        <pc:chgData name="Matthew Callus" userId="d19783cd-252c-4dcd-bef4-69e23341675a" providerId="ADAL" clId="{F960598C-5AC8-465C-83A2-37507A1C2232}" dt="2023-12-11T09:54:59.215" v="0" actId="47"/>
        <pc:sldMasterMkLst>
          <pc:docMk/>
          <pc:sldMasterMk cId="266261087" sldId="2147483660"/>
        </pc:sldMasterMkLst>
        <pc:sldLayoutChg chg="del">
          <pc:chgData name="Matthew Callus" userId="d19783cd-252c-4dcd-bef4-69e23341675a" providerId="ADAL" clId="{F960598C-5AC8-465C-83A2-37507A1C2232}" dt="2023-12-11T09:54:59.215" v="0" actId="47"/>
          <pc:sldLayoutMkLst>
            <pc:docMk/>
            <pc:sldMasterMk cId="266261087" sldId="2147483660"/>
            <pc:sldLayoutMk cId="2358594189" sldId="2147483663"/>
          </pc:sldLayoutMkLst>
        </pc:sldLayoutChg>
      </pc:sldMasterChg>
    </pc:docChg>
  </pc:docChgLst>
  <pc:docChgLst>
    <pc:chgData name="Matthew Callus" userId="d19783cd-252c-4dcd-bef4-69e23341675a" providerId="ADAL" clId="{2D1B15ED-1F2D-48A0-ADC9-7B8E4D4432A3}"/>
    <pc:docChg chg="undo custSel addSld delSld modSld">
      <pc:chgData name="Matthew Callus" userId="d19783cd-252c-4dcd-bef4-69e23341675a" providerId="ADAL" clId="{2D1B15ED-1F2D-48A0-ADC9-7B8E4D4432A3}" dt="2021-11-19T10:20:05.589" v="282" actId="1036"/>
      <pc:docMkLst>
        <pc:docMk/>
      </pc:docMkLst>
      <pc:sldChg chg="modSp mod">
        <pc:chgData name="Matthew Callus" userId="d19783cd-252c-4dcd-bef4-69e23341675a" providerId="ADAL" clId="{2D1B15ED-1F2D-48A0-ADC9-7B8E4D4432A3}" dt="2021-11-19T10:20:05.589" v="282" actId="1036"/>
        <pc:sldMkLst>
          <pc:docMk/>
          <pc:sldMk cId="1882440063" sldId="273"/>
        </pc:sldMkLst>
        <pc:grpChg chg="mod">
          <ac:chgData name="Matthew Callus" userId="d19783cd-252c-4dcd-bef4-69e23341675a" providerId="ADAL" clId="{2D1B15ED-1F2D-48A0-ADC9-7B8E4D4432A3}" dt="2021-11-19T10:20:05.589" v="282" actId="1036"/>
          <ac:grpSpMkLst>
            <pc:docMk/>
            <pc:sldMk cId="1882440063" sldId="273"/>
            <ac:grpSpMk id="18" creationId="{28DF31E6-27C1-4F7E-8DDF-5C9CDBC2BE92}"/>
          </ac:grpSpMkLst>
        </pc:grpChg>
      </pc:sldChg>
      <pc:sldChg chg="addSp delSp mod">
        <pc:chgData name="Matthew Callus" userId="d19783cd-252c-4dcd-bef4-69e23341675a" providerId="ADAL" clId="{2D1B15ED-1F2D-48A0-ADC9-7B8E4D4432A3}" dt="2021-11-19T09:27:49.888" v="259" actId="22"/>
        <pc:sldMkLst>
          <pc:docMk/>
          <pc:sldMk cId="1615826588" sldId="274"/>
        </pc:sldMkLst>
        <pc:spChg chg="add del">
          <ac:chgData name="Matthew Callus" userId="d19783cd-252c-4dcd-bef4-69e23341675a" providerId="ADAL" clId="{2D1B15ED-1F2D-48A0-ADC9-7B8E4D4432A3}" dt="2021-11-19T09:27:49.888" v="259" actId="22"/>
          <ac:spMkLst>
            <pc:docMk/>
            <pc:sldMk cId="1615826588" sldId="274"/>
            <ac:spMk id="9" creationId="{3618F20B-98B8-45C2-9760-E828A6F50E5A}"/>
          </ac:spMkLst>
        </pc:spChg>
      </pc:sldChg>
      <pc:sldChg chg="modSp add del mod">
        <pc:chgData name="Matthew Callus" userId="d19783cd-252c-4dcd-bef4-69e23341675a" providerId="ADAL" clId="{2D1B15ED-1F2D-48A0-ADC9-7B8E4D4432A3}" dt="2021-11-19T09:29:30.508" v="280" actId="47"/>
        <pc:sldMkLst>
          <pc:docMk/>
          <pc:sldMk cId="3716947188" sldId="282"/>
        </pc:sldMkLst>
        <pc:spChg chg="mod">
          <ac:chgData name="Matthew Callus" userId="d19783cd-252c-4dcd-bef4-69e23341675a" providerId="ADAL" clId="{2D1B15ED-1F2D-48A0-ADC9-7B8E4D4432A3}" dt="2021-11-19T09:27:30.462" v="257" actId="692"/>
          <ac:spMkLst>
            <pc:docMk/>
            <pc:sldMk cId="3716947188" sldId="282"/>
            <ac:spMk id="7" creationId="{3F233878-1D0B-4ACA-826A-3F1D4AA1A888}"/>
          </ac:spMkLst>
        </pc:spChg>
        <pc:cxnChg chg="mod">
          <ac:chgData name="Matthew Callus" userId="d19783cd-252c-4dcd-bef4-69e23341675a" providerId="ADAL" clId="{2D1B15ED-1F2D-48A0-ADC9-7B8E4D4432A3}" dt="2021-11-19T09:26:33.846" v="115" actId="1076"/>
          <ac:cxnSpMkLst>
            <pc:docMk/>
            <pc:sldMk cId="3716947188" sldId="282"/>
            <ac:cxnSpMk id="3" creationId="{37F9A340-FB67-474C-803F-F89CAD1359D0}"/>
          </ac:cxnSpMkLst>
        </pc:cxnChg>
      </pc:sldChg>
      <pc:sldChg chg="modSp add del mod">
        <pc:chgData name="Matthew Callus" userId="d19783cd-252c-4dcd-bef4-69e23341675a" providerId="ADAL" clId="{2D1B15ED-1F2D-48A0-ADC9-7B8E4D4432A3}" dt="2021-11-19T09:29:31.537" v="281" actId="47"/>
        <pc:sldMkLst>
          <pc:docMk/>
          <pc:sldMk cId="4129870113" sldId="283"/>
        </pc:sldMkLst>
        <pc:spChg chg="mod">
          <ac:chgData name="Matthew Callus" userId="d19783cd-252c-4dcd-bef4-69e23341675a" providerId="ADAL" clId="{2D1B15ED-1F2D-48A0-ADC9-7B8E4D4432A3}" dt="2021-11-19T09:28:18.757" v="279" actId="692"/>
          <ac:spMkLst>
            <pc:docMk/>
            <pc:sldMk cId="4129870113" sldId="283"/>
            <ac:spMk id="7" creationId="{3F233878-1D0B-4ACA-826A-3F1D4AA1A888}"/>
          </ac:spMkLst>
        </pc:spChg>
        <pc:cxnChg chg="mod">
          <ac:chgData name="Matthew Callus" userId="d19783cd-252c-4dcd-bef4-69e23341675a" providerId="ADAL" clId="{2D1B15ED-1F2D-48A0-ADC9-7B8E4D4432A3}" dt="2021-11-19T09:28:01.398" v="275" actId="1076"/>
          <ac:cxnSpMkLst>
            <pc:docMk/>
            <pc:sldMk cId="4129870113" sldId="283"/>
            <ac:cxnSpMk id="3" creationId="{37F9A340-FB67-474C-803F-F89CAD1359D0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90A331-7ADD-4391-8CA5-606C9BFD26F5}" type="datetimeFigureOut">
              <a:rPr lang="en-GB" smtClean="0"/>
              <a:t>14/12/2023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NHS Improvement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AE16CE-1862-465F-9912-D0001C1A0F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506748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2AE991-F138-4FD8-982E-957F3CA6A0F6}" type="datetimeFigureOut">
              <a:rPr lang="en-GB" smtClean="0"/>
              <a:t>14/12/2023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NHS Improvement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90AB7D-FC04-41BF-88F7-E47891A06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901105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411480" rtl="0" eaLnBrk="1" latinLnBrk="0" hangingPunct="1">
      <a:defRPr sz="540" kern="1200">
        <a:solidFill>
          <a:schemeClr val="tx1"/>
        </a:solidFill>
        <a:latin typeface="+mn-lt"/>
        <a:ea typeface="+mn-ea"/>
        <a:cs typeface="+mn-cs"/>
      </a:defRPr>
    </a:lvl1pPr>
    <a:lvl2pPr marL="205740" algn="l" defTabSz="411480" rtl="0" eaLnBrk="1" latinLnBrk="0" hangingPunct="1">
      <a:defRPr sz="540" kern="1200">
        <a:solidFill>
          <a:schemeClr val="tx1"/>
        </a:solidFill>
        <a:latin typeface="+mn-lt"/>
        <a:ea typeface="+mn-ea"/>
        <a:cs typeface="+mn-cs"/>
      </a:defRPr>
    </a:lvl2pPr>
    <a:lvl3pPr marL="411480" algn="l" defTabSz="411480" rtl="0" eaLnBrk="1" latinLnBrk="0" hangingPunct="1">
      <a:defRPr sz="540" kern="1200">
        <a:solidFill>
          <a:schemeClr val="tx1"/>
        </a:solidFill>
        <a:latin typeface="+mn-lt"/>
        <a:ea typeface="+mn-ea"/>
        <a:cs typeface="+mn-cs"/>
      </a:defRPr>
    </a:lvl3pPr>
    <a:lvl4pPr marL="617220" algn="l" defTabSz="411480" rtl="0" eaLnBrk="1" latinLnBrk="0" hangingPunct="1">
      <a:defRPr sz="540" kern="1200">
        <a:solidFill>
          <a:schemeClr val="tx1"/>
        </a:solidFill>
        <a:latin typeface="+mn-lt"/>
        <a:ea typeface="+mn-ea"/>
        <a:cs typeface="+mn-cs"/>
      </a:defRPr>
    </a:lvl4pPr>
    <a:lvl5pPr marL="822960" algn="l" defTabSz="411480" rtl="0" eaLnBrk="1" latinLnBrk="0" hangingPunct="1">
      <a:defRPr sz="540" kern="1200">
        <a:solidFill>
          <a:schemeClr val="tx1"/>
        </a:solidFill>
        <a:latin typeface="+mn-lt"/>
        <a:ea typeface="+mn-ea"/>
        <a:cs typeface="+mn-cs"/>
      </a:defRPr>
    </a:lvl5pPr>
    <a:lvl6pPr marL="1028700" algn="l" defTabSz="411480" rtl="0" eaLnBrk="1" latinLnBrk="0" hangingPunct="1">
      <a:defRPr sz="540" kern="1200">
        <a:solidFill>
          <a:schemeClr val="tx1"/>
        </a:solidFill>
        <a:latin typeface="+mn-lt"/>
        <a:ea typeface="+mn-ea"/>
        <a:cs typeface="+mn-cs"/>
      </a:defRPr>
    </a:lvl6pPr>
    <a:lvl7pPr marL="1234440" algn="l" defTabSz="411480" rtl="0" eaLnBrk="1" latinLnBrk="0" hangingPunct="1">
      <a:defRPr sz="540" kern="1200">
        <a:solidFill>
          <a:schemeClr val="tx1"/>
        </a:solidFill>
        <a:latin typeface="+mn-lt"/>
        <a:ea typeface="+mn-ea"/>
        <a:cs typeface="+mn-cs"/>
      </a:defRPr>
    </a:lvl7pPr>
    <a:lvl8pPr marL="1440180" algn="l" defTabSz="411480" rtl="0" eaLnBrk="1" latinLnBrk="0" hangingPunct="1">
      <a:defRPr sz="540" kern="1200">
        <a:solidFill>
          <a:schemeClr val="tx1"/>
        </a:solidFill>
        <a:latin typeface="+mn-lt"/>
        <a:ea typeface="+mn-ea"/>
        <a:cs typeface="+mn-cs"/>
      </a:defRPr>
    </a:lvl8pPr>
    <a:lvl9pPr marL="1645920" algn="l" defTabSz="411480" rtl="0" eaLnBrk="1" latinLnBrk="0" hangingPunct="1">
      <a:defRPr sz="5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#A6A6A6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GB"/>
              <a:t>NHS Improvement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0AB7D-FC04-41BF-88F7-E47891A0628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619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261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Icon">
            <a:extLst>
              <a:ext uri="{FF2B5EF4-FFF2-40B4-BE49-F238E27FC236}">
                <a16:creationId xmlns:a16="http://schemas.microsoft.com/office/drawing/2014/main" id="{72197B85-3538-490E-AB0D-3B0970462ED7}"/>
              </a:ext>
            </a:extLst>
          </p:cNvPr>
          <p:cNvGrpSpPr/>
          <p:nvPr/>
        </p:nvGrpSpPr>
        <p:grpSpPr>
          <a:xfrm flipV="1">
            <a:off x="360000" y="360000"/>
            <a:ext cx="2880000" cy="2880000"/>
            <a:chOff x="360000" y="360000"/>
            <a:chExt cx="2880000" cy="2880000"/>
          </a:xfrm>
        </p:grpSpPr>
        <p:sp>
          <p:nvSpPr>
            <p:cNvPr id="7" name="Border">
              <a:extLst>
                <a:ext uri="{FF2B5EF4-FFF2-40B4-BE49-F238E27FC236}">
                  <a16:creationId xmlns:a16="http://schemas.microsoft.com/office/drawing/2014/main" id="{3F233878-1D0B-4ACA-826A-3F1D4AA1A888}"/>
                </a:ext>
              </a:extLst>
            </p:cNvPr>
            <p:cNvSpPr/>
            <p:nvPr/>
          </p:nvSpPr>
          <p:spPr>
            <a:xfrm>
              <a:off x="360000" y="360000"/>
              <a:ext cx="2880000" cy="2880000"/>
            </a:xfrm>
            <a:prstGeom prst="ellipse">
              <a:avLst/>
            </a:prstGeom>
            <a:solidFill>
              <a:schemeClr val="bg1"/>
            </a:solidFill>
            <a:ln w="190500">
              <a:solidFill>
                <a:srgbClr val="E46C0A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2880000"/>
                        <a:gd name="connsiteY0" fmla="*/ 1440000 h 2880000"/>
                        <a:gd name="connsiteX1" fmla="*/ 1440000 w 2880000"/>
                        <a:gd name="connsiteY1" fmla="*/ 0 h 2880000"/>
                        <a:gd name="connsiteX2" fmla="*/ 2880000 w 2880000"/>
                        <a:gd name="connsiteY2" fmla="*/ 1440000 h 2880000"/>
                        <a:gd name="connsiteX3" fmla="*/ 1440000 w 2880000"/>
                        <a:gd name="connsiteY3" fmla="*/ 2880000 h 2880000"/>
                        <a:gd name="connsiteX4" fmla="*/ 0 w 2880000"/>
                        <a:gd name="connsiteY4" fmla="*/ 1440000 h 2880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880000" h="2880000" fill="none" extrusionOk="0">
                          <a:moveTo>
                            <a:pt x="0" y="1440000"/>
                          </a:moveTo>
                          <a:cubicBezTo>
                            <a:pt x="64555" y="652368"/>
                            <a:pt x="701002" y="-115848"/>
                            <a:pt x="1440000" y="0"/>
                          </a:cubicBezTo>
                          <a:cubicBezTo>
                            <a:pt x="2162127" y="-11204"/>
                            <a:pt x="2780335" y="738544"/>
                            <a:pt x="2880000" y="1440000"/>
                          </a:cubicBezTo>
                          <a:cubicBezTo>
                            <a:pt x="2877858" y="2214865"/>
                            <a:pt x="2166096" y="2976160"/>
                            <a:pt x="1440000" y="2880000"/>
                          </a:cubicBezTo>
                          <a:cubicBezTo>
                            <a:pt x="728157" y="2926717"/>
                            <a:pt x="49739" y="2247249"/>
                            <a:pt x="0" y="1440000"/>
                          </a:cubicBezTo>
                          <a:close/>
                        </a:path>
                        <a:path w="2880000" h="2880000" stroke="0" extrusionOk="0">
                          <a:moveTo>
                            <a:pt x="0" y="1440000"/>
                          </a:moveTo>
                          <a:cubicBezTo>
                            <a:pt x="-10905" y="637984"/>
                            <a:pt x="624754" y="7490"/>
                            <a:pt x="1440000" y="0"/>
                          </a:cubicBezTo>
                          <a:cubicBezTo>
                            <a:pt x="2357908" y="25814"/>
                            <a:pt x="2833904" y="646176"/>
                            <a:pt x="2880000" y="1440000"/>
                          </a:cubicBezTo>
                          <a:cubicBezTo>
                            <a:pt x="2807425" y="2306164"/>
                            <a:pt x="2222484" y="2950781"/>
                            <a:pt x="1440000" y="2880000"/>
                          </a:cubicBezTo>
                          <a:cubicBezTo>
                            <a:pt x="605147" y="2858354"/>
                            <a:pt x="42945" y="2255810"/>
                            <a:pt x="0" y="144000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>
              <a:outerShdw blurRad="50800" dist="381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" name="Letter">
              <a:extLst>
                <a:ext uri="{FF2B5EF4-FFF2-40B4-BE49-F238E27FC236}">
                  <a16:creationId xmlns:a16="http://schemas.microsoft.com/office/drawing/2014/main" id="{FDFAEBD9-5572-40DF-A67E-B024E2950E9B}"/>
                </a:ext>
              </a:extLst>
            </p:cNvPr>
            <p:cNvSpPr txBox="1"/>
            <p:nvPr/>
          </p:nvSpPr>
          <p:spPr>
            <a:xfrm flipV="1">
              <a:off x="920377" y="1650257"/>
              <a:ext cx="148814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800" b="1" dirty="0">
                  <a:solidFill>
                    <a:srgbClr val="E46C0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grpSp>
          <p:nvGrpSpPr>
            <p:cNvPr id="30" name="Markers &amp; Line">
              <a:extLst>
                <a:ext uri="{FF2B5EF4-FFF2-40B4-BE49-F238E27FC236}">
                  <a16:creationId xmlns:a16="http://schemas.microsoft.com/office/drawing/2014/main" id="{148074AE-250A-4D4A-BBF0-FE11E215319F}"/>
                </a:ext>
              </a:extLst>
            </p:cNvPr>
            <p:cNvGrpSpPr/>
            <p:nvPr/>
          </p:nvGrpSpPr>
          <p:grpSpPr>
            <a:xfrm>
              <a:off x="720000" y="1224000"/>
              <a:ext cx="2196000" cy="1008000"/>
              <a:chOff x="720000" y="1224000"/>
              <a:chExt cx="2196000" cy="1008000"/>
            </a:xfrm>
          </p:grpSpPr>
          <p:sp>
            <p:nvSpPr>
              <p:cNvPr id="26" name="Line 1-2">
                <a:extLst>
                  <a:ext uri="{FF2B5EF4-FFF2-40B4-BE49-F238E27FC236}">
                    <a16:creationId xmlns:a16="http://schemas.microsoft.com/office/drawing/2014/main" id="{1C250D63-BF43-416F-8C84-208DD7D629DE}"/>
                  </a:ext>
                </a:extLst>
              </p:cNvPr>
              <p:cNvSpPr/>
              <p:nvPr/>
            </p:nvSpPr>
            <p:spPr>
              <a:xfrm rot="20207638">
                <a:off x="906400" y="1454523"/>
                <a:ext cx="473199" cy="85440"/>
              </a:xfrm>
              <a:prstGeom prst="rect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Line 2-3">
                <a:extLst>
                  <a:ext uri="{FF2B5EF4-FFF2-40B4-BE49-F238E27FC236}">
                    <a16:creationId xmlns:a16="http://schemas.microsoft.com/office/drawing/2014/main" id="{C7C149A3-19A8-4F83-8829-8BE2F8B1AD19}"/>
                  </a:ext>
                </a:extLst>
              </p:cNvPr>
              <p:cNvSpPr/>
              <p:nvPr/>
            </p:nvSpPr>
            <p:spPr>
              <a:xfrm rot="1701133">
                <a:off x="1379104" y="1493085"/>
                <a:ext cx="473199" cy="85440"/>
              </a:xfrm>
              <a:prstGeom prst="rect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" name="Line 3-4">
                <a:extLst>
                  <a:ext uri="{FF2B5EF4-FFF2-40B4-BE49-F238E27FC236}">
                    <a16:creationId xmlns:a16="http://schemas.microsoft.com/office/drawing/2014/main" id="{F1FCBA77-41A3-4F36-AB4F-6CEFC3B84BEF}"/>
                  </a:ext>
                </a:extLst>
              </p:cNvPr>
              <p:cNvSpPr/>
              <p:nvPr/>
            </p:nvSpPr>
            <p:spPr>
              <a:xfrm rot="2657353">
                <a:off x="1806805" y="1788297"/>
                <a:ext cx="473199" cy="85440"/>
              </a:xfrm>
              <a:prstGeom prst="rect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Line 4-5">
                <a:extLst>
                  <a:ext uri="{FF2B5EF4-FFF2-40B4-BE49-F238E27FC236}">
                    <a16:creationId xmlns:a16="http://schemas.microsoft.com/office/drawing/2014/main" id="{B7FE48FF-9109-4B83-9E2D-14FECC5E588F}"/>
                  </a:ext>
                </a:extLst>
              </p:cNvPr>
              <p:cNvSpPr/>
              <p:nvPr/>
            </p:nvSpPr>
            <p:spPr>
              <a:xfrm rot="20374806">
                <a:off x="2268063" y="1910881"/>
                <a:ext cx="473199" cy="85440"/>
              </a:xfrm>
              <a:prstGeom prst="rect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Marker 1">
                <a:extLst>
                  <a:ext uri="{FF2B5EF4-FFF2-40B4-BE49-F238E27FC236}">
                    <a16:creationId xmlns:a16="http://schemas.microsoft.com/office/drawing/2014/main" id="{6D2F241D-E5D0-4B0F-A44B-24DF270B5BC7}"/>
                  </a:ext>
                </a:extLst>
              </p:cNvPr>
              <p:cNvSpPr/>
              <p:nvPr/>
            </p:nvSpPr>
            <p:spPr>
              <a:xfrm>
                <a:off x="720000" y="1404000"/>
                <a:ext cx="396000" cy="396000"/>
              </a:xfrm>
              <a:prstGeom prst="ellipse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0" name="Marker 2">
                <a:extLst>
                  <a:ext uri="{FF2B5EF4-FFF2-40B4-BE49-F238E27FC236}">
                    <a16:creationId xmlns:a16="http://schemas.microsoft.com/office/drawing/2014/main" id="{4B382849-3256-4B21-BA09-A2D78F5A2FA9}"/>
                  </a:ext>
                </a:extLst>
              </p:cNvPr>
              <p:cNvSpPr/>
              <p:nvPr/>
            </p:nvSpPr>
            <p:spPr>
              <a:xfrm>
                <a:off x="1170000" y="1224000"/>
                <a:ext cx="396000" cy="396000"/>
              </a:xfrm>
              <a:prstGeom prst="ellipse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Marker 3">
                <a:extLst>
                  <a:ext uri="{FF2B5EF4-FFF2-40B4-BE49-F238E27FC236}">
                    <a16:creationId xmlns:a16="http://schemas.microsoft.com/office/drawing/2014/main" id="{3B8F2BF3-B01C-4E7C-A2F6-834474C27981}"/>
                  </a:ext>
                </a:extLst>
              </p:cNvPr>
              <p:cNvSpPr/>
              <p:nvPr/>
            </p:nvSpPr>
            <p:spPr>
              <a:xfrm>
                <a:off x="1620000" y="1404000"/>
                <a:ext cx="396000" cy="396000"/>
              </a:xfrm>
              <a:prstGeom prst="ellipse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Marker 4">
                <a:extLst>
                  <a:ext uri="{FF2B5EF4-FFF2-40B4-BE49-F238E27FC236}">
                    <a16:creationId xmlns:a16="http://schemas.microsoft.com/office/drawing/2014/main" id="{024DBF3E-EDEA-48FF-8119-286E1BB288FC}"/>
                  </a:ext>
                </a:extLst>
              </p:cNvPr>
              <p:cNvSpPr/>
              <p:nvPr/>
            </p:nvSpPr>
            <p:spPr>
              <a:xfrm>
                <a:off x="2070000" y="1836000"/>
                <a:ext cx="396000" cy="396000"/>
              </a:xfrm>
              <a:prstGeom prst="ellipse">
                <a:avLst/>
              </a:prstGeom>
              <a:solidFill>
                <a:srgbClr val="E46C0A"/>
              </a:solidFill>
              <a:ln w="25400">
                <a:solidFill>
                  <a:srgbClr val="E46C0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Marker 5">
                <a:extLst>
                  <a:ext uri="{FF2B5EF4-FFF2-40B4-BE49-F238E27FC236}">
                    <a16:creationId xmlns:a16="http://schemas.microsoft.com/office/drawing/2014/main" id="{A20C5353-1394-451D-8EA8-D942135ED3CE}"/>
                  </a:ext>
                </a:extLst>
              </p:cNvPr>
              <p:cNvSpPr/>
              <p:nvPr/>
            </p:nvSpPr>
            <p:spPr>
              <a:xfrm>
                <a:off x="2520000" y="1692000"/>
                <a:ext cx="396000" cy="396000"/>
              </a:xfrm>
              <a:prstGeom prst="ellipse">
                <a:avLst/>
              </a:prstGeom>
              <a:solidFill>
                <a:srgbClr val="E46C0A"/>
              </a:solidFill>
              <a:ln w="25400">
                <a:solidFill>
                  <a:srgbClr val="E46C0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78979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Icon">
            <a:extLst>
              <a:ext uri="{FF2B5EF4-FFF2-40B4-BE49-F238E27FC236}">
                <a16:creationId xmlns:a16="http://schemas.microsoft.com/office/drawing/2014/main" id="{72197B85-3538-490E-AB0D-3B0970462ED7}"/>
              </a:ext>
            </a:extLst>
          </p:cNvPr>
          <p:cNvGrpSpPr/>
          <p:nvPr/>
        </p:nvGrpSpPr>
        <p:grpSpPr>
          <a:xfrm>
            <a:off x="360000" y="360000"/>
            <a:ext cx="2880000" cy="2880000"/>
            <a:chOff x="360000" y="360000"/>
            <a:chExt cx="2880000" cy="2880000"/>
          </a:xfrm>
        </p:grpSpPr>
        <p:sp>
          <p:nvSpPr>
            <p:cNvPr id="7" name="Border">
              <a:extLst>
                <a:ext uri="{FF2B5EF4-FFF2-40B4-BE49-F238E27FC236}">
                  <a16:creationId xmlns:a16="http://schemas.microsoft.com/office/drawing/2014/main" id="{3F233878-1D0B-4ACA-826A-3F1D4AA1A888}"/>
                </a:ext>
              </a:extLst>
            </p:cNvPr>
            <p:cNvSpPr/>
            <p:nvPr/>
          </p:nvSpPr>
          <p:spPr>
            <a:xfrm>
              <a:off x="360000" y="360000"/>
              <a:ext cx="2880000" cy="2880000"/>
            </a:xfrm>
            <a:prstGeom prst="ellipse">
              <a:avLst/>
            </a:prstGeom>
            <a:solidFill>
              <a:schemeClr val="bg1"/>
            </a:solidFill>
            <a:ln w="190500">
              <a:solidFill>
                <a:srgbClr val="E46C0A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2880000"/>
                        <a:gd name="connsiteY0" fmla="*/ 1440000 h 2880000"/>
                        <a:gd name="connsiteX1" fmla="*/ 1440000 w 2880000"/>
                        <a:gd name="connsiteY1" fmla="*/ 0 h 2880000"/>
                        <a:gd name="connsiteX2" fmla="*/ 2880000 w 2880000"/>
                        <a:gd name="connsiteY2" fmla="*/ 1440000 h 2880000"/>
                        <a:gd name="connsiteX3" fmla="*/ 1440000 w 2880000"/>
                        <a:gd name="connsiteY3" fmla="*/ 2880000 h 2880000"/>
                        <a:gd name="connsiteX4" fmla="*/ 0 w 2880000"/>
                        <a:gd name="connsiteY4" fmla="*/ 1440000 h 2880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880000" h="2880000" fill="none" extrusionOk="0">
                          <a:moveTo>
                            <a:pt x="0" y="1440000"/>
                          </a:moveTo>
                          <a:cubicBezTo>
                            <a:pt x="64555" y="652368"/>
                            <a:pt x="701002" y="-115848"/>
                            <a:pt x="1440000" y="0"/>
                          </a:cubicBezTo>
                          <a:cubicBezTo>
                            <a:pt x="2162127" y="-11204"/>
                            <a:pt x="2780335" y="738544"/>
                            <a:pt x="2880000" y="1440000"/>
                          </a:cubicBezTo>
                          <a:cubicBezTo>
                            <a:pt x="2877858" y="2214865"/>
                            <a:pt x="2166096" y="2976160"/>
                            <a:pt x="1440000" y="2880000"/>
                          </a:cubicBezTo>
                          <a:cubicBezTo>
                            <a:pt x="728157" y="2926717"/>
                            <a:pt x="49739" y="2247249"/>
                            <a:pt x="0" y="1440000"/>
                          </a:cubicBezTo>
                          <a:close/>
                        </a:path>
                        <a:path w="2880000" h="2880000" stroke="0" extrusionOk="0">
                          <a:moveTo>
                            <a:pt x="0" y="1440000"/>
                          </a:moveTo>
                          <a:cubicBezTo>
                            <a:pt x="-10905" y="637984"/>
                            <a:pt x="624754" y="7490"/>
                            <a:pt x="1440000" y="0"/>
                          </a:cubicBezTo>
                          <a:cubicBezTo>
                            <a:pt x="2357908" y="25814"/>
                            <a:pt x="2833904" y="646176"/>
                            <a:pt x="2880000" y="1440000"/>
                          </a:cubicBezTo>
                          <a:cubicBezTo>
                            <a:pt x="2807425" y="2306164"/>
                            <a:pt x="2222484" y="2950781"/>
                            <a:pt x="1440000" y="2880000"/>
                          </a:cubicBezTo>
                          <a:cubicBezTo>
                            <a:pt x="605147" y="2858354"/>
                            <a:pt x="42945" y="2255810"/>
                            <a:pt x="0" y="144000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>
              <a:outerShdw blurRad="50800" dist="381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" name="Letter">
              <a:extLst>
                <a:ext uri="{FF2B5EF4-FFF2-40B4-BE49-F238E27FC236}">
                  <a16:creationId xmlns:a16="http://schemas.microsoft.com/office/drawing/2014/main" id="{FDFAEBD9-5572-40DF-A67E-B024E2950E9B}"/>
                </a:ext>
              </a:extLst>
            </p:cNvPr>
            <p:cNvSpPr txBox="1"/>
            <p:nvPr/>
          </p:nvSpPr>
          <p:spPr>
            <a:xfrm>
              <a:off x="920377" y="1650257"/>
              <a:ext cx="148814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800" b="1" dirty="0">
                  <a:solidFill>
                    <a:srgbClr val="E46C0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grpSp>
          <p:nvGrpSpPr>
            <p:cNvPr id="30" name="Markers &amp; Line">
              <a:extLst>
                <a:ext uri="{FF2B5EF4-FFF2-40B4-BE49-F238E27FC236}">
                  <a16:creationId xmlns:a16="http://schemas.microsoft.com/office/drawing/2014/main" id="{148074AE-250A-4D4A-BBF0-FE11E215319F}"/>
                </a:ext>
              </a:extLst>
            </p:cNvPr>
            <p:cNvGrpSpPr/>
            <p:nvPr/>
          </p:nvGrpSpPr>
          <p:grpSpPr>
            <a:xfrm>
              <a:off x="720000" y="1224000"/>
              <a:ext cx="2196000" cy="1008000"/>
              <a:chOff x="720000" y="1224000"/>
              <a:chExt cx="2196000" cy="1008000"/>
            </a:xfrm>
          </p:grpSpPr>
          <p:sp>
            <p:nvSpPr>
              <p:cNvPr id="26" name="Line 1-2">
                <a:extLst>
                  <a:ext uri="{FF2B5EF4-FFF2-40B4-BE49-F238E27FC236}">
                    <a16:creationId xmlns:a16="http://schemas.microsoft.com/office/drawing/2014/main" id="{1C250D63-BF43-416F-8C84-208DD7D629DE}"/>
                  </a:ext>
                </a:extLst>
              </p:cNvPr>
              <p:cNvSpPr/>
              <p:nvPr/>
            </p:nvSpPr>
            <p:spPr>
              <a:xfrm rot="20207638">
                <a:off x="906400" y="1454523"/>
                <a:ext cx="473199" cy="85440"/>
              </a:xfrm>
              <a:prstGeom prst="rect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Line 2-3">
                <a:extLst>
                  <a:ext uri="{FF2B5EF4-FFF2-40B4-BE49-F238E27FC236}">
                    <a16:creationId xmlns:a16="http://schemas.microsoft.com/office/drawing/2014/main" id="{C7C149A3-19A8-4F83-8829-8BE2F8B1AD19}"/>
                  </a:ext>
                </a:extLst>
              </p:cNvPr>
              <p:cNvSpPr/>
              <p:nvPr/>
            </p:nvSpPr>
            <p:spPr>
              <a:xfrm rot="1701133">
                <a:off x="1379104" y="1493085"/>
                <a:ext cx="473199" cy="85440"/>
              </a:xfrm>
              <a:prstGeom prst="rect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" name="Line 3-4">
                <a:extLst>
                  <a:ext uri="{FF2B5EF4-FFF2-40B4-BE49-F238E27FC236}">
                    <a16:creationId xmlns:a16="http://schemas.microsoft.com/office/drawing/2014/main" id="{F1FCBA77-41A3-4F36-AB4F-6CEFC3B84BEF}"/>
                  </a:ext>
                </a:extLst>
              </p:cNvPr>
              <p:cNvSpPr/>
              <p:nvPr/>
            </p:nvSpPr>
            <p:spPr>
              <a:xfrm rot="2657353">
                <a:off x="1806805" y="1788297"/>
                <a:ext cx="473199" cy="85440"/>
              </a:xfrm>
              <a:prstGeom prst="rect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Line 4-5">
                <a:extLst>
                  <a:ext uri="{FF2B5EF4-FFF2-40B4-BE49-F238E27FC236}">
                    <a16:creationId xmlns:a16="http://schemas.microsoft.com/office/drawing/2014/main" id="{B7FE48FF-9109-4B83-9E2D-14FECC5E588F}"/>
                  </a:ext>
                </a:extLst>
              </p:cNvPr>
              <p:cNvSpPr/>
              <p:nvPr/>
            </p:nvSpPr>
            <p:spPr>
              <a:xfrm rot="20374806">
                <a:off x="2268063" y="1910881"/>
                <a:ext cx="473199" cy="85440"/>
              </a:xfrm>
              <a:prstGeom prst="rect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Marker 1">
                <a:extLst>
                  <a:ext uri="{FF2B5EF4-FFF2-40B4-BE49-F238E27FC236}">
                    <a16:creationId xmlns:a16="http://schemas.microsoft.com/office/drawing/2014/main" id="{6D2F241D-E5D0-4B0F-A44B-24DF270B5BC7}"/>
                  </a:ext>
                </a:extLst>
              </p:cNvPr>
              <p:cNvSpPr/>
              <p:nvPr/>
            </p:nvSpPr>
            <p:spPr>
              <a:xfrm>
                <a:off x="720000" y="1404000"/>
                <a:ext cx="396000" cy="396000"/>
              </a:xfrm>
              <a:prstGeom prst="ellipse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0" name="Marker 2">
                <a:extLst>
                  <a:ext uri="{FF2B5EF4-FFF2-40B4-BE49-F238E27FC236}">
                    <a16:creationId xmlns:a16="http://schemas.microsoft.com/office/drawing/2014/main" id="{4B382849-3256-4B21-BA09-A2D78F5A2FA9}"/>
                  </a:ext>
                </a:extLst>
              </p:cNvPr>
              <p:cNvSpPr/>
              <p:nvPr/>
            </p:nvSpPr>
            <p:spPr>
              <a:xfrm>
                <a:off x="1170000" y="1224000"/>
                <a:ext cx="396000" cy="396000"/>
              </a:xfrm>
              <a:prstGeom prst="ellipse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Marker 3">
                <a:extLst>
                  <a:ext uri="{FF2B5EF4-FFF2-40B4-BE49-F238E27FC236}">
                    <a16:creationId xmlns:a16="http://schemas.microsoft.com/office/drawing/2014/main" id="{3B8F2BF3-B01C-4E7C-A2F6-834474C27981}"/>
                  </a:ext>
                </a:extLst>
              </p:cNvPr>
              <p:cNvSpPr/>
              <p:nvPr/>
            </p:nvSpPr>
            <p:spPr>
              <a:xfrm>
                <a:off x="1620000" y="1404000"/>
                <a:ext cx="396000" cy="396000"/>
              </a:xfrm>
              <a:prstGeom prst="ellipse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Marker 4">
                <a:extLst>
                  <a:ext uri="{FF2B5EF4-FFF2-40B4-BE49-F238E27FC236}">
                    <a16:creationId xmlns:a16="http://schemas.microsoft.com/office/drawing/2014/main" id="{024DBF3E-EDEA-48FF-8119-286E1BB288FC}"/>
                  </a:ext>
                </a:extLst>
              </p:cNvPr>
              <p:cNvSpPr/>
              <p:nvPr/>
            </p:nvSpPr>
            <p:spPr>
              <a:xfrm>
                <a:off x="2070000" y="1836000"/>
                <a:ext cx="396000" cy="396000"/>
              </a:xfrm>
              <a:prstGeom prst="ellipse">
                <a:avLst/>
              </a:prstGeom>
              <a:solidFill>
                <a:srgbClr val="E46C0A"/>
              </a:solidFill>
              <a:ln w="25400">
                <a:solidFill>
                  <a:srgbClr val="E46C0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Marker 5">
                <a:extLst>
                  <a:ext uri="{FF2B5EF4-FFF2-40B4-BE49-F238E27FC236}">
                    <a16:creationId xmlns:a16="http://schemas.microsoft.com/office/drawing/2014/main" id="{A20C5353-1394-451D-8EA8-D942135ED3CE}"/>
                  </a:ext>
                </a:extLst>
              </p:cNvPr>
              <p:cNvSpPr/>
              <p:nvPr/>
            </p:nvSpPr>
            <p:spPr>
              <a:xfrm>
                <a:off x="2520000" y="1692000"/>
                <a:ext cx="396000" cy="396000"/>
              </a:xfrm>
              <a:prstGeom prst="ellipse">
                <a:avLst/>
              </a:prstGeom>
              <a:solidFill>
                <a:srgbClr val="E46C0A"/>
              </a:solidFill>
              <a:ln w="25400">
                <a:solidFill>
                  <a:srgbClr val="E46C0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25736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Icon">
            <a:extLst>
              <a:ext uri="{FF2B5EF4-FFF2-40B4-BE49-F238E27FC236}">
                <a16:creationId xmlns:a16="http://schemas.microsoft.com/office/drawing/2014/main" id="{72197B85-3538-490E-AB0D-3B0970462ED7}"/>
              </a:ext>
            </a:extLst>
          </p:cNvPr>
          <p:cNvGrpSpPr/>
          <p:nvPr/>
        </p:nvGrpSpPr>
        <p:grpSpPr>
          <a:xfrm flipV="1">
            <a:off x="360000" y="360000"/>
            <a:ext cx="2880000" cy="2880000"/>
            <a:chOff x="360000" y="360000"/>
            <a:chExt cx="2880000" cy="2880000"/>
          </a:xfrm>
        </p:grpSpPr>
        <p:sp>
          <p:nvSpPr>
            <p:cNvPr id="7" name="Border">
              <a:extLst>
                <a:ext uri="{FF2B5EF4-FFF2-40B4-BE49-F238E27FC236}">
                  <a16:creationId xmlns:a16="http://schemas.microsoft.com/office/drawing/2014/main" id="{3F233878-1D0B-4ACA-826A-3F1D4AA1A888}"/>
                </a:ext>
              </a:extLst>
            </p:cNvPr>
            <p:cNvSpPr/>
            <p:nvPr/>
          </p:nvSpPr>
          <p:spPr>
            <a:xfrm>
              <a:off x="360000" y="360000"/>
              <a:ext cx="2880000" cy="2880000"/>
            </a:xfrm>
            <a:prstGeom prst="ellipse">
              <a:avLst/>
            </a:prstGeom>
            <a:solidFill>
              <a:schemeClr val="bg1"/>
            </a:solidFill>
            <a:ln w="190500">
              <a:solidFill>
                <a:srgbClr val="00B0F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2880000"/>
                        <a:gd name="connsiteY0" fmla="*/ 1440000 h 2880000"/>
                        <a:gd name="connsiteX1" fmla="*/ 1440000 w 2880000"/>
                        <a:gd name="connsiteY1" fmla="*/ 0 h 2880000"/>
                        <a:gd name="connsiteX2" fmla="*/ 2880000 w 2880000"/>
                        <a:gd name="connsiteY2" fmla="*/ 1440000 h 2880000"/>
                        <a:gd name="connsiteX3" fmla="*/ 1440000 w 2880000"/>
                        <a:gd name="connsiteY3" fmla="*/ 2880000 h 2880000"/>
                        <a:gd name="connsiteX4" fmla="*/ 0 w 2880000"/>
                        <a:gd name="connsiteY4" fmla="*/ 1440000 h 2880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880000" h="2880000" fill="none" extrusionOk="0">
                          <a:moveTo>
                            <a:pt x="0" y="1440000"/>
                          </a:moveTo>
                          <a:cubicBezTo>
                            <a:pt x="64555" y="652368"/>
                            <a:pt x="701002" y="-115848"/>
                            <a:pt x="1440000" y="0"/>
                          </a:cubicBezTo>
                          <a:cubicBezTo>
                            <a:pt x="2162127" y="-11204"/>
                            <a:pt x="2780335" y="738544"/>
                            <a:pt x="2880000" y="1440000"/>
                          </a:cubicBezTo>
                          <a:cubicBezTo>
                            <a:pt x="2877858" y="2214865"/>
                            <a:pt x="2166096" y="2976160"/>
                            <a:pt x="1440000" y="2880000"/>
                          </a:cubicBezTo>
                          <a:cubicBezTo>
                            <a:pt x="728157" y="2926717"/>
                            <a:pt x="49739" y="2247249"/>
                            <a:pt x="0" y="1440000"/>
                          </a:cubicBezTo>
                          <a:close/>
                        </a:path>
                        <a:path w="2880000" h="2880000" stroke="0" extrusionOk="0">
                          <a:moveTo>
                            <a:pt x="0" y="1440000"/>
                          </a:moveTo>
                          <a:cubicBezTo>
                            <a:pt x="-10905" y="637984"/>
                            <a:pt x="624754" y="7490"/>
                            <a:pt x="1440000" y="0"/>
                          </a:cubicBezTo>
                          <a:cubicBezTo>
                            <a:pt x="2357908" y="25814"/>
                            <a:pt x="2833904" y="646176"/>
                            <a:pt x="2880000" y="1440000"/>
                          </a:cubicBezTo>
                          <a:cubicBezTo>
                            <a:pt x="2807425" y="2306164"/>
                            <a:pt x="2222484" y="2950781"/>
                            <a:pt x="1440000" y="2880000"/>
                          </a:cubicBezTo>
                          <a:cubicBezTo>
                            <a:pt x="605147" y="2858354"/>
                            <a:pt x="42945" y="2255810"/>
                            <a:pt x="0" y="144000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>
              <a:outerShdw blurRad="50800" dist="381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" name="Letter">
              <a:extLst>
                <a:ext uri="{FF2B5EF4-FFF2-40B4-BE49-F238E27FC236}">
                  <a16:creationId xmlns:a16="http://schemas.microsoft.com/office/drawing/2014/main" id="{FDFAEBD9-5572-40DF-A67E-B024E2950E9B}"/>
                </a:ext>
              </a:extLst>
            </p:cNvPr>
            <p:cNvSpPr txBox="1"/>
            <p:nvPr/>
          </p:nvSpPr>
          <p:spPr>
            <a:xfrm flipV="1">
              <a:off x="920377" y="1650257"/>
              <a:ext cx="148814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800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grpSp>
          <p:nvGrpSpPr>
            <p:cNvPr id="30" name="Markers &amp; Line">
              <a:extLst>
                <a:ext uri="{FF2B5EF4-FFF2-40B4-BE49-F238E27FC236}">
                  <a16:creationId xmlns:a16="http://schemas.microsoft.com/office/drawing/2014/main" id="{148074AE-250A-4D4A-BBF0-FE11E215319F}"/>
                </a:ext>
              </a:extLst>
            </p:cNvPr>
            <p:cNvGrpSpPr/>
            <p:nvPr/>
          </p:nvGrpSpPr>
          <p:grpSpPr>
            <a:xfrm>
              <a:off x="720000" y="1224000"/>
              <a:ext cx="2196000" cy="1008000"/>
              <a:chOff x="720000" y="1224000"/>
              <a:chExt cx="2196000" cy="1008000"/>
            </a:xfrm>
          </p:grpSpPr>
          <p:sp>
            <p:nvSpPr>
              <p:cNvPr id="26" name="Line 1-2">
                <a:extLst>
                  <a:ext uri="{FF2B5EF4-FFF2-40B4-BE49-F238E27FC236}">
                    <a16:creationId xmlns:a16="http://schemas.microsoft.com/office/drawing/2014/main" id="{1C250D63-BF43-416F-8C84-208DD7D629DE}"/>
                  </a:ext>
                </a:extLst>
              </p:cNvPr>
              <p:cNvSpPr/>
              <p:nvPr/>
            </p:nvSpPr>
            <p:spPr>
              <a:xfrm rot="20207638">
                <a:off x="906400" y="1454523"/>
                <a:ext cx="473199" cy="85440"/>
              </a:xfrm>
              <a:prstGeom prst="rect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Line 2-3">
                <a:extLst>
                  <a:ext uri="{FF2B5EF4-FFF2-40B4-BE49-F238E27FC236}">
                    <a16:creationId xmlns:a16="http://schemas.microsoft.com/office/drawing/2014/main" id="{C7C149A3-19A8-4F83-8829-8BE2F8B1AD19}"/>
                  </a:ext>
                </a:extLst>
              </p:cNvPr>
              <p:cNvSpPr/>
              <p:nvPr/>
            </p:nvSpPr>
            <p:spPr>
              <a:xfrm rot="1701133">
                <a:off x="1379104" y="1493085"/>
                <a:ext cx="473199" cy="85440"/>
              </a:xfrm>
              <a:prstGeom prst="rect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" name="Line 3-4">
                <a:extLst>
                  <a:ext uri="{FF2B5EF4-FFF2-40B4-BE49-F238E27FC236}">
                    <a16:creationId xmlns:a16="http://schemas.microsoft.com/office/drawing/2014/main" id="{F1FCBA77-41A3-4F36-AB4F-6CEFC3B84BEF}"/>
                  </a:ext>
                </a:extLst>
              </p:cNvPr>
              <p:cNvSpPr/>
              <p:nvPr/>
            </p:nvSpPr>
            <p:spPr>
              <a:xfrm rot="2657353">
                <a:off x="1806805" y="1788297"/>
                <a:ext cx="473199" cy="85440"/>
              </a:xfrm>
              <a:prstGeom prst="rect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Line 4-5">
                <a:extLst>
                  <a:ext uri="{FF2B5EF4-FFF2-40B4-BE49-F238E27FC236}">
                    <a16:creationId xmlns:a16="http://schemas.microsoft.com/office/drawing/2014/main" id="{B7FE48FF-9109-4B83-9E2D-14FECC5E588F}"/>
                  </a:ext>
                </a:extLst>
              </p:cNvPr>
              <p:cNvSpPr/>
              <p:nvPr/>
            </p:nvSpPr>
            <p:spPr>
              <a:xfrm rot="20374806">
                <a:off x="2268063" y="1910881"/>
                <a:ext cx="473199" cy="85440"/>
              </a:xfrm>
              <a:prstGeom prst="rect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Marker 1">
                <a:extLst>
                  <a:ext uri="{FF2B5EF4-FFF2-40B4-BE49-F238E27FC236}">
                    <a16:creationId xmlns:a16="http://schemas.microsoft.com/office/drawing/2014/main" id="{6D2F241D-E5D0-4B0F-A44B-24DF270B5BC7}"/>
                  </a:ext>
                </a:extLst>
              </p:cNvPr>
              <p:cNvSpPr/>
              <p:nvPr/>
            </p:nvSpPr>
            <p:spPr>
              <a:xfrm>
                <a:off x="720000" y="1404000"/>
                <a:ext cx="396000" cy="396000"/>
              </a:xfrm>
              <a:prstGeom prst="ellipse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0" name="Marker 2">
                <a:extLst>
                  <a:ext uri="{FF2B5EF4-FFF2-40B4-BE49-F238E27FC236}">
                    <a16:creationId xmlns:a16="http://schemas.microsoft.com/office/drawing/2014/main" id="{4B382849-3256-4B21-BA09-A2D78F5A2FA9}"/>
                  </a:ext>
                </a:extLst>
              </p:cNvPr>
              <p:cNvSpPr/>
              <p:nvPr/>
            </p:nvSpPr>
            <p:spPr>
              <a:xfrm>
                <a:off x="1170000" y="1224000"/>
                <a:ext cx="396000" cy="396000"/>
              </a:xfrm>
              <a:prstGeom prst="ellipse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Marker 3">
                <a:extLst>
                  <a:ext uri="{FF2B5EF4-FFF2-40B4-BE49-F238E27FC236}">
                    <a16:creationId xmlns:a16="http://schemas.microsoft.com/office/drawing/2014/main" id="{3B8F2BF3-B01C-4E7C-A2F6-834474C27981}"/>
                  </a:ext>
                </a:extLst>
              </p:cNvPr>
              <p:cNvSpPr/>
              <p:nvPr/>
            </p:nvSpPr>
            <p:spPr>
              <a:xfrm>
                <a:off x="1620000" y="1404000"/>
                <a:ext cx="396000" cy="396000"/>
              </a:xfrm>
              <a:prstGeom prst="ellipse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Marker 4">
                <a:extLst>
                  <a:ext uri="{FF2B5EF4-FFF2-40B4-BE49-F238E27FC236}">
                    <a16:creationId xmlns:a16="http://schemas.microsoft.com/office/drawing/2014/main" id="{024DBF3E-EDEA-48FF-8119-286E1BB288FC}"/>
                  </a:ext>
                </a:extLst>
              </p:cNvPr>
              <p:cNvSpPr/>
              <p:nvPr/>
            </p:nvSpPr>
            <p:spPr>
              <a:xfrm>
                <a:off x="2070000" y="1836000"/>
                <a:ext cx="396000" cy="396000"/>
              </a:xfrm>
              <a:prstGeom prst="ellipse">
                <a:avLst/>
              </a:prstGeom>
              <a:solidFill>
                <a:srgbClr val="00B0F0"/>
              </a:solidFill>
              <a:ln w="254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Marker 5">
                <a:extLst>
                  <a:ext uri="{FF2B5EF4-FFF2-40B4-BE49-F238E27FC236}">
                    <a16:creationId xmlns:a16="http://schemas.microsoft.com/office/drawing/2014/main" id="{A20C5353-1394-451D-8EA8-D942135ED3CE}"/>
                  </a:ext>
                </a:extLst>
              </p:cNvPr>
              <p:cNvSpPr/>
              <p:nvPr/>
            </p:nvSpPr>
            <p:spPr>
              <a:xfrm>
                <a:off x="2520000" y="1692000"/>
                <a:ext cx="396000" cy="396000"/>
              </a:xfrm>
              <a:prstGeom prst="ellipse">
                <a:avLst/>
              </a:prstGeom>
              <a:solidFill>
                <a:srgbClr val="00B0F0"/>
              </a:solidFill>
              <a:ln w="254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40946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Icon">
            <a:extLst>
              <a:ext uri="{FF2B5EF4-FFF2-40B4-BE49-F238E27FC236}">
                <a16:creationId xmlns:a16="http://schemas.microsoft.com/office/drawing/2014/main" id="{72197B85-3538-490E-AB0D-3B0970462ED7}"/>
              </a:ext>
            </a:extLst>
          </p:cNvPr>
          <p:cNvGrpSpPr/>
          <p:nvPr/>
        </p:nvGrpSpPr>
        <p:grpSpPr>
          <a:xfrm>
            <a:off x="360000" y="360000"/>
            <a:ext cx="2880000" cy="2880000"/>
            <a:chOff x="360000" y="360000"/>
            <a:chExt cx="2880000" cy="2880000"/>
          </a:xfrm>
        </p:grpSpPr>
        <p:sp>
          <p:nvSpPr>
            <p:cNvPr id="7" name="Border">
              <a:extLst>
                <a:ext uri="{FF2B5EF4-FFF2-40B4-BE49-F238E27FC236}">
                  <a16:creationId xmlns:a16="http://schemas.microsoft.com/office/drawing/2014/main" id="{3F233878-1D0B-4ACA-826A-3F1D4AA1A888}"/>
                </a:ext>
              </a:extLst>
            </p:cNvPr>
            <p:cNvSpPr/>
            <p:nvPr/>
          </p:nvSpPr>
          <p:spPr>
            <a:xfrm>
              <a:off x="360000" y="360000"/>
              <a:ext cx="2880000" cy="2880000"/>
            </a:xfrm>
            <a:prstGeom prst="ellipse">
              <a:avLst/>
            </a:prstGeom>
            <a:solidFill>
              <a:schemeClr val="bg1"/>
            </a:solidFill>
            <a:ln w="190500">
              <a:solidFill>
                <a:srgbClr val="00B0F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2880000"/>
                        <a:gd name="connsiteY0" fmla="*/ 1440000 h 2880000"/>
                        <a:gd name="connsiteX1" fmla="*/ 1440000 w 2880000"/>
                        <a:gd name="connsiteY1" fmla="*/ 0 h 2880000"/>
                        <a:gd name="connsiteX2" fmla="*/ 2880000 w 2880000"/>
                        <a:gd name="connsiteY2" fmla="*/ 1440000 h 2880000"/>
                        <a:gd name="connsiteX3" fmla="*/ 1440000 w 2880000"/>
                        <a:gd name="connsiteY3" fmla="*/ 2880000 h 2880000"/>
                        <a:gd name="connsiteX4" fmla="*/ 0 w 2880000"/>
                        <a:gd name="connsiteY4" fmla="*/ 1440000 h 2880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880000" h="2880000" fill="none" extrusionOk="0">
                          <a:moveTo>
                            <a:pt x="0" y="1440000"/>
                          </a:moveTo>
                          <a:cubicBezTo>
                            <a:pt x="64555" y="652368"/>
                            <a:pt x="701002" y="-115848"/>
                            <a:pt x="1440000" y="0"/>
                          </a:cubicBezTo>
                          <a:cubicBezTo>
                            <a:pt x="2162127" y="-11204"/>
                            <a:pt x="2780335" y="738544"/>
                            <a:pt x="2880000" y="1440000"/>
                          </a:cubicBezTo>
                          <a:cubicBezTo>
                            <a:pt x="2877858" y="2214865"/>
                            <a:pt x="2166096" y="2976160"/>
                            <a:pt x="1440000" y="2880000"/>
                          </a:cubicBezTo>
                          <a:cubicBezTo>
                            <a:pt x="728157" y="2926717"/>
                            <a:pt x="49739" y="2247249"/>
                            <a:pt x="0" y="1440000"/>
                          </a:cubicBezTo>
                          <a:close/>
                        </a:path>
                        <a:path w="2880000" h="2880000" stroke="0" extrusionOk="0">
                          <a:moveTo>
                            <a:pt x="0" y="1440000"/>
                          </a:moveTo>
                          <a:cubicBezTo>
                            <a:pt x="-10905" y="637984"/>
                            <a:pt x="624754" y="7490"/>
                            <a:pt x="1440000" y="0"/>
                          </a:cubicBezTo>
                          <a:cubicBezTo>
                            <a:pt x="2357908" y="25814"/>
                            <a:pt x="2833904" y="646176"/>
                            <a:pt x="2880000" y="1440000"/>
                          </a:cubicBezTo>
                          <a:cubicBezTo>
                            <a:pt x="2807425" y="2306164"/>
                            <a:pt x="2222484" y="2950781"/>
                            <a:pt x="1440000" y="2880000"/>
                          </a:cubicBezTo>
                          <a:cubicBezTo>
                            <a:pt x="605147" y="2858354"/>
                            <a:pt x="42945" y="2255810"/>
                            <a:pt x="0" y="144000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>
              <a:outerShdw blurRad="50800" dist="381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" name="Letter">
              <a:extLst>
                <a:ext uri="{FF2B5EF4-FFF2-40B4-BE49-F238E27FC236}">
                  <a16:creationId xmlns:a16="http://schemas.microsoft.com/office/drawing/2014/main" id="{FDFAEBD9-5572-40DF-A67E-B024E2950E9B}"/>
                </a:ext>
              </a:extLst>
            </p:cNvPr>
            <p:cNvSpPr txBox="1"/>
            <p:nvPr/>
          </p:nvSpPr>
          <p:spPr>
            <a:xfrm>
              <a:off x="920377" y="1650257"/>
              <a:ext cx="148814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800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grpSp>
          <p:nvGrpSpPr>
            <p:cNvPr id="30" name="Markers &amp; Line">
              <a:extLst>
                <a:ext uri="{FF2B5EF4-FFF2-40B4-BE49-F238E27FC236}">
                  <a16:creationId xmlns:a16="http://schemas.microsoft.com/office/drawing/2014/main" id="{148074AE-250A-4D4A-BBF0-FE11E215319F}"/>
                </a:ext>
              </a:extLst>
            </p:cNvPr>
            <p:cNvGrpSpPr/>
            <p:nvPr/>
          </p:nvGrpSpPr>
          <p:grpSpPr>
            <a:xfrm>
              <a:off x="720000" y="1224000"/>
              <a:ext cx="2196000" cy="1008000"/>
              <a:chOff x="720000" y="1224000"/>
              <a:chExt cx="2196000" cy="1008000"/>
            </a:xfrm>
          </p:grpSpPr>
          <p:sp>
            <p:nvSpPr>
              <p:cNvPr id="26" name="Line 1-2">
                <a:extLst>
                  <a:ext uri="{FF2B5EF4-FFF2-40B4-BE49-F238E27FC236}">
                    <a16:creationId xmlns:a16="http://schemas.microsoft.com/office/drawing/2014/main" id="{1C250D63-BF43-416F-8C84-208DD7D629DE}"/>
                  </a:ext>
                </a:extLst>
              </p:cNvPr>
              <p:cNvSpPr/>
              <p:nvPr/>
            </p:nvSpPr>
            <p:spPr>
              <a:xfrm rot="20207638">
                <a:off x="906400" y="1454523"/>
                <a:ext cx="473199" cy="85440"/>
              </a:xfrm>
              <a:prstGeom prst="rect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Line 2-3">
                <a:extLst>
                  <a:ext uri="{FF2B5EF4-FFF2-40B4-BE49-F238E27FC236}">
                    <a16:creationId xmlns:a16="http://schemas.microsoft.com/office/drawing/2014/main" id="{C7C149A3-19A8-4F83-8829-8BE2F8B1AD19}"/>
                  </a:ext>
                </a:extLst>
              </p:cNvPr>
              <p:cNvSpPr/>
              <p:nvPr/>
            </p:nvSpPr>
            <p:spPr>
              <a:xfrm rot="1701133">
                <a:off x="1379104" y="1493085"/>
                <a:ext cx="473199" cy="85440"/>
              </a:xfrm>
              <a:prstGeom prst="rect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" name="Line 3-4">
                <a:extLst>
                  <a:ext uri="{FF2B5EF4-FFF2-40B4-BE49-F238E27FC236}">
                    <a16:creationId xmlns:a16="http://schemas.microsoft.com/office/drawing/2014/main" id="{F1FCBA77-41A3-4F36-AB4F-6CEFC3B84BEF}"/>
                  </a:ext>
                </a:extLst>
              </p:cNvPr>
              <p:cNvSpPr/>
              <p:nvPr/>
            </p:nvSpPr>
            <p:spPr>
              <a:xfrm rot="2657353">
                <a:off x="1806805" y="1788297"/>
                <a:ext cx="473199" cy="85440"/>
              </a:xfrm>
              <a:prstGeom prst="rect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Line 4-5">
                <a:extLst>
                  <a:ext uri="{FF2B5EF4-FFF2-40B4-BE49-F238E27FC236}">
                    <a16:creationId xmlns:a16="http://schemas.microsoft.com/office/drawing/2014/main" id="{B7FE48FF-9109-4B83-9E2D-14FECC5E588F}"/>
                  </a:ext>
                </a:extLst>
              </p:cNvPr>
              <p:cNvSpPr/>
              <p:nvPr/>
            </p:nvSpPr>
            <p:spPr>
              <a:xfrm rot="20374806">
                <a:off x="2268063" y="1910881"/>
                <a:ext cx="473199" cy="85440"/>
              </a:xfrm>
              <a:prstGeom prst="rect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Marker 1">
                <a:extLst>
                  <a:ext uri="{FF2B5EF4-FFF2-40B4-BE49-F238E27FC236}">
                    <a16:creationId xmlns:a16="http://schemas.microsoft.com/office/drawing/2014/main" id="{6D2F241D-E5D0-4B0F-A44B-24DF270B5BC7}"/>
                  </a:ext>
                </a:extLst>
              </p:cNvPr>
              <p:cNvSpPr/>
              <p:nvPr/>
            </p:nvSpPr>
            <p:spPr>
              <a:xfrm>
                <a:off x="720000" y="1404000"/>
                <a:ext cx="396000" cy="396000"/>
              </a:xfrm>
              <a:prstGeom prst="ellipse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0" name="Marker 2">
                <a:extLst>
                  <a:ext uri="{FF2B5EF4-FFF2-40B4-BE49-F238E27FC236}">
                    <a16:creationId xmlns:a16="http://schemas.microsoft.com/office/drawing/2014/main" id="{4B382849-3256-4B21-BA09-A2D78F5A2FA9}"/>
                  </a:ext>
                </a:extLst>
              </p:cNvPr>
              <p:cNvSpPr/>
              <p:nvPr/>
            </p:nvSpPr>
            <p:spPr>
              <a:xfrm>
                <a:off x="1170000" y="1224000"/>
                <a:ext cx="396000" cy="396000"/>
              </a:xfrm>
              <a:prstGeom prst="ellipse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Marker 3">
                <a:extLst>
                  <a:ext uri="{FF2B5EF4-FFF2-40B4-BE49-F238E27FC236}">
                    <a16:creationId xmlns:a16="http://schemas.microsoft.com/office/drawing/2014/main" id="{3B8F2BF3-B01C-4E7C-A2F6-834474C27981}"/>
                  </a:ext>
                </a:extLst>
              </p:cNvPr>
              <p:cNvSpPr/>
              <p:nvPr/>
            </p:nvSpPr>
            <p:spPr>
              <a:xfrm>
                <a:off x="1620000" y="1404000"/>
                <a:ext cx="396000" cy="396000"/>
              </a:xfrm>
              <a:prstGeom prst="ellipse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Marker 4">
                <a:extLst>
                  <a:ext uri="{FF2B5EF4-FFF2-40B4-BE49-F238E27FC236}">
                    <a16:creationId xmlns:a16="http://schemas.microsoft.com/office/drawing/2014/main" id="{024DBF3E-EDEA-48FF-8119-286E1BB288FC}"/>
                  </a:ext>
                </a:extLst>
              </p:cNvPr>
              <p:cNvSpPr/>
              <p:nvPr/>
            </p:nvSpPr>
            <p:spPr>
              <a:xfrm>
                <a:off x="2070000" y="1836000"/>
                <a:ext cx="396000" cy="396000"/>
              </a:xfrm>
              <a:prstGeom prst="ellipse">
                <a:avLst/>
              </a:prstGeom>
              <a:solidFill>
                <a:srgbClr val="00B0F0"/>
              </a:solidFill>
              <a:ln w="254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Marker 5">
                <a:extLst>
                  <a:ext uri="{FF2B5EF4-FFF2-40B4-BE49-F238E27FC236}">
                    <a16:creationId xmlns:a16="http://schemas.microsoft.com/office/drawing/2014/main" id="{A20C5353-1394-451D-8EA8-D942135ED3CE}"/>
                  </a:ext>
                </a:extLst>
              </p:cNvPr>
              <p:cNvSpPr/>
              <p:nvPr/>
            </p:nvSpPr>
            <p:spPr>
              <a:xfrm>
                <a:off x="2520000" y="1692000"/>
                <a:ext cx="396000" cy="396000"/>
              </a:xfrm>
              <a:prstGeom prst="ellipse">
                <a:avLst/>
              </a:prstGeom>
              <a:solidFill>
                <a:srgbClr val="00B0F0"/>
              </a:solidFill>
              <a:ln w="254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8226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order">
            <a:extLst>
              <a:ext uri="{FF2B5EF4-FFF2-40B4-BE49-F238E27FC236}">
                <a16:creationId xmlns:a16="http://schemas.microsoft.com/office/drawing/2014/main" id="{3F233878-1D0B-4ACA-826A-3F1D4AA1A888}"/>
              </a:ext>
            </a:extLst>
          </p:cNvPr>
          <p:cNvSpPr/>
          <p:nvPr/>
        </p:nvSpPr>
        <p:spPr>
          <a:xfrm>
            <a:off x="360000" y="360000"/>
            <a:ext cx="2880000" cy="2880000"/>
          </a:xfrm>
          <a:prstGeom prst="ellipse">
            <a:avLst/>
          </a:prstGeom>
          <a:solidFill>
            <a:schemeClr val="bg1"/>
          </a:solidFill>
          <a:ln w="190500">
            <a:solidFill>
              <a:srgbClr val="49009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880000"/>
                      <a:gd name="connsiteY0" fmla="*/ 1440000 h 2880000"/>
                      <a:gd name="connsiteX1" fmla="*/ 1440000 w 2880000"/>
                      <a:gd name="connsiteY1" fmla="*/ 0 h 2880000"/>
                      <a:gd name="connsiteX2" fmla="*/ 2880000 w 2880000"/>
                      <a:gd name="connsiteY2" fmla="*/ 1440000 h 2880000"/>
                      <a:gd name="connsiteX3" fmla="*/ 1440000 w 2880000"/>
                      <a:gd name="connsiteY3" fmla="*/ 2880000 h 2880000"/>
                      <a:gd name="connsiteX4" fmla="*/ 0 w 2880000"/>
                      <a:gd name="connsiteY4" fmla="*/ 1440000 h 288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880000" h="2880000" fill="none" extrusionOk="0">
                        <a:moveTo>
                          <a:pt x="0" y="1440000"/>
                        </a:moveTo>
                        <a:cubicBezTo>
                          <a:pt x="64555" y="652368"/>
                          <a:pt x="701002" y="-115848"/>
                          <a:pt x="1440000" y="0"/>
                        </a:cubicBezTo>
                        <a:cubicBezTo>
                          <a:pt x="2162127" y="-11204"/>
                          <a:pt x="2780335" y="738544"/>
                          <a:pt x="2880000" y="1440000"/>
                        </a:cubicBezTo>
                        <a:cubicBezTo>
                          <a:pt x="2877858" y="2214865"/>
                          <a:pt x="2166096" y="2976160"/>
                          <a:pt x="1440000" y="2880000"/>
                        </a:cubicBezTo>
                        <a:cubicBezTo>
                          <a:pt x="728157" y="2926717"/>
                          <a:pt x="49739" y="2247249"/>
                          <a:pt x="0" y="1440000"/>
                        </a:cubicBezTo>
                        <a:close/>
                      </a:path>
                      <a:path w="2880000" h="2880000" stroke="0" extrusionOk="0">
                        <a:moveTo>
                          <a:pt x="0" y="1440000"/>
                        </a:moveTo>
                        <a:cubicBezTo>
                          <a:pt x="-10905" y="637984"/>
                          <a:pt x="624754" y="7490"/>
                          <a:pt x="1440000" y="0"/>
                        </a:cubicBezTo>
                        <a:cubicBezTo>
                          <a:pt x="2357908" y="25814"/>
                          <a:pt x="2833904" y="646176"/>
                          <a:pt x="2880000" y="1440000"/>
                        </a:cubicBezTo>
                        <a:cubicBezTo>
                          <a:pt x="2807425" y="2306164"/>
                          <a:pt x="2222484" y="2950781"/>
                          <a:pt x="1440000" y="2880000"/>
                        </a:cubicBezTo>
                        <a:cubicBezTo>
                          <a:pt x="605147" y="2858354"/>
                          <a:pt x="42945" y="2255810"/>
                          <a:pt x="0" y="144000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50800" dist="38100" dir="5400000" sx="103000" sy="103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Arrow">
            <a:extLst>
              <a:ext uri="{FF2B5EF4-FFF2-40B4-BE49-F238E27FC236}">
                <a16:creationId xmlns:a16="http://schemas.microsoft.com/office/drawing/2014/main" id="{907AFB51-26D7-4B55-868D-B8CD371DF1EE}"/>
              </a:ext>
            </a:extLst>
          </p:cNvPr>
          <p:cNvSpPr/>
          <p:nvPr/>
        </p:nvSpPr>
        <p:spPr>
          <a:xfrm rot="18900000">
            <a:off x="866550" y="1203100"/>
            <a:ext cx="1866900" cy="1193800"/>
          </a:xfrm>
          <a:prstGeom prst="rightArrow">
            <a:avLst>
              <a:gd name="adj1" fmla="val 36170"/>
              <a:gd name="adj2" fmla="val 70213"/>
            </a:avLst>
          </a:prstGeom>
          <a:solidFill>
            <a:srgbClr val="4900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5300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order">
            <a:extLst>
              <a:ext uri="{FF2B5EF4-FFF2-40B4-BE49-F238E27FC236}">
                <a16:creationId xmlns:a16="http://schemas.microsoft.com/office/drawing/2014/main" id="{3F233878-1D0B-4ACA-826A-3F1D4AA1A888}"/>
              </a:ext>
            </a:extLst>
          </p:cNvPr>
          <p:cNvSpPr/>
          <p:nvPr/>
        </p:nvSpPr>
        <p:spPr>
          <a:xfrm>
            <a:off x="360000" y="360000"/>
            <a:ext cx="2880000" cy="2880000"/>
          </a:xfrm>
          <a:prstGeom prst="ellipse">
            <a:avLst/>
          </a:prstGeom>
          <a:solidFill>
            <a:schemeClr val="bg1"/>
          </a:solidFill>
          <a:ln w="190500">
            <a:solidFill>
              <a:srgbClr val="49009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880000"/>
                      <a:gd name="connsiteY0" fmla="*/ 1440000 h 2880000"/>
                      <a:gd name="connsiteX1" fmla="*/ 1440000 w 2880000"/>
                      <a:gd name="connsiteY1" fmla="*/ 0 h 2880000"/>
                      <a:gd name="connsiteX2" fmla="*/ 2880000 w 2880000"/>
                      <a:gd name="connsiteY2" fmla="*/ 1440000 h 2880000"/>
                      <a:gd name="connsiteX3" fmla="*/ 1440000 w 2880000"/>
                      <a:gd name="connsiteY3" fmla="*/ 2880000 h 2880000"/>
                      <a:gd name="connsiteX4" fmla="*/ 0 w 2880000"/>
                      <a:gd name="connsiteY4" fmla="*/ 1440000 h 288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880000" h="2880000" fill="none" extrusionOk="0">
                        <a:moveTo>
                          <a:pt x="0" y="1440000"/>
                        </a:moveTo>
                        <a:cubicBezTo>
                          <a:pt x="64555" y="652368"/>
                          <a:pt x="701002" y="-115848"/>
                          <a:pt x="1440000" y="0"/>
                        </a:cubicBezTo>
                        <a:cubicBezTo>
                          <a:pt x="2162127" y="-11204"/>
                          <a:pt x="2780335" y="738544"/>
                          <a:pt x="2880000" y="1440000"/>
                        </a:cubicBezTo>
                        <a:cubicBezTo>
                          <a:pt x="2877858" y="2214865"/>
                          <a:pt x="2166096" y="2976160"/>
                          <a:pt x="1440000" y="2880000"/>
                        </a:cubicBezTo>
                        <a:cubicBezTo>
                          <a:pt x="728157" y="2926717"/>
                          <a:pt x="49739" y="2247249"/>
                          <a:pt x="0" y="1440000"/>
                        </a:cubicBezTo>
                        <a:close/>
                      </a:path>
                      <a:path w="2880000" h="2880000" stroke="0" extrusionOk="0">
                        <a:moveTo>
                          <a:pt x="0" y="1440000"/>
                        </a:moveTo>
                        <a:cubicBezTo>
                          <a:pt x="-10905" y="637984"/>
                          <a:pt x="624754" y="7490"/>
                          <a:pt x="1440000" y="0"/>
                        </a:cubicBezTo>
                        <a:cubicBezTo>
                          <a:pt x="2357908" y="25814"/>
                          <a:pt x="2833904" y="646176"/>
                          <a:pt x="2880000" y="1440000"/>
                        </a:cubicBezTo>
                        <a:cubicBezTo>
                          <a:pt x="2807425" y="2306164"/>
                          <a:pt x="2222484" y="2950781"/>
                          <a:pt x="1440000" y="2880000"/>
                        </a:cubicBezTo>
                        <a:cubicBezTo>
                          <a:pt x="605147" y="2858354"/>
                          <a:pt x="42945" y="2255810"/>
                          <a:pt x="0" y="144000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50800" dist="38100" dir="5400000" sx="103000" sy="103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Arrow">
            <a:extLst>
              <a:ext uri="{FF2B5EF4-FFF2-40B4-BE49-F238E27FC236}">
                <a16:creationId xmlns:a16="http://schemas.microsoft.com/office/drawing/2014/main" id="{907AFB51-26D7-4B55-868D-B8CD371DF1EE}"/>
              </a:ext>
            </a:extLst>
          </p:cNvPr>
          <p:cNvSpPr/>
          <p:nvPr/>
        </p:nvSpPr>
        <p:spPr>
          <a:xfrm rot="2700000">
            <a:off x="866550" y="1203100"/>
            <a:ext cx="1866900" cy="1193800"/>
          </a:xfrm>
          <a:prstGeom prst="rightArrow">
            <a:avLst>
              <a:gd name="adj1" fmla="val 36170"/>
              <a:gd name="adj2" fmla="val 70213"/>
            </a:avLst>
          </a:prstGeom>
          <a:solidFill>
            <a:srgbClr val="4900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8000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Icon">
            <a:extLst>
              <a:ext uri="{FF2B5EF4-FFF2-40B4-BE49-F238E27FC236}">
                <a16:creationId xmlns:a16="http://schemas.microsoft.com/office/drawing/2014/main" id="{72197B85-3538-490E-AB0D-3B0970462ED7}"/>
              </a:ext>
            </a:extLst>
          </p:cNvPr>
          <p:cNvGrpSpPr/>
          <p:nvPr/>
        </p:nvGrpSpPr>
        <p:grpSpPr>
          <a:xfrm>
            <a:off x="360000" y="360000"/>
            <a:ext cx="2880000" cy="2880000"/>
            <a:chOff x="360000" y="360000"/>
            <a:chExt cx="2880000" cy="2880000"/>
          </a:xfrm>
        </p:grpSpPr>
        <p:sp>
          <p:nvSpPr>
            <p:cNvPr id="7" name="Border">
              <a:extLst>
                <a:ext uri="{FF2B5EF4-FFF2-40B4-BE49-F238E27FC236}">
                  <a16:creationId xmlns:a16="http://schemas.microsoft.com/office/drawing/2014/main" id="{3F233878-1D0B-4ACA-826A-3F1D4AA1A888}"/>
                </a:ext>
              </a:extLst>
            </p:cNvPr>
            <p:cNvSpPr/>
            <p:nvPr/>
          </p:nvSpPr>
          <p:spPr>
            <a:xfrm>
              <a:off x="360000" y="360000"/>
              <a:ext cx="2880000" cy="2880000"/>
            </a:xfrm>
            <a:prstGeom prst="ellipse">
              <a:avLst/>
            </a:prstGeom>
            <a:solidFill>
              <a:schemeClr val="bg1"/>
            </a:solidFill>
            <a:ln w="190500">
              <a:solidFill>
                <a:srgbClr val="A6A6A6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2880000"/>
                        <a:gd name="connsiteY0" fmla="*/ 1440000 h 2880000"/>
                        <a:gd name="connsiteX1" fmla="*/ 1440000 w 2880000"/>
                        <a:gd name="connsiteY1" fmla="*/ 0 h 2880000"/>
                        <a:gd name="connsiteX2" fmla="*/ 2880000 w 2880000"/>
                        <a:gd name="connsiteY2" fmla="*/ 1440000 h 2880000"/>
                        <a:gd name="connsiteX3" fmla="*/ 1440000 w 2880000"/>
                        <a:gd name="connsiteY3" fmla="*/ 2880000 h 2880000"/>
                        <a:gd name="connsiteX4" fmla="*/ 0 w 2880000"/>
                        <a:gd name="connsiteY4" fmla="*/ 1440000 h 2880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880000" h="2880000" fill="none" extrusionOk="0">
                          <a:moveTo>
                            <a:pt x="0" y="1440000"/>
                          </a:moveTo>
                          <a:cubicBezTo>
                            <a:pt x="64555" y="652368"/>
                            <a:pt x="701002" y="-115848"/>
                            <a:pt x="1440000" y="0"/>
                          </a:cubicBezTo>
                          <a:cubicBezTo>
                            <a:pt x="2162127" y="-11204"/>
                            <a:pt x="2780335" y="738544"/>
                            <a:pt x="2880000" y="1440000"/>
                          </a:cubicBezTo>
                          <a:cubicBezTo>
                            <a:pt x="2877858" y="2214865"/>
                            <a:pt x="2166096" y="2976160"/>
                            <a:pt x="1440000" y="2880000"/>
                          </a:cubicBezTo>
                          <a:cubicBezTo>
                            <a:pt x="728157" y="2926717"/>
                            <a:pt x="49739" y="2247249"/>
                            <a:pt x="0" y="1440000"/>
                          </a:cubicBezTo>
                          <a:close/>
                        </a:path>
                        <a:path w="2880000" h="2880000" stroke="0" extrusionOk="0">
                          <a:moveTo>
                            <a:pt x="0" y="1440000"/>
                          </a:moveTo>
                          <a:cubicBezTo>
                            <a:pt x="-10905" y="637984"/>
                            <a:pt x="624754" y="7490"/>
                            <a:pt x="1440000" y="0"/>
                          </a:cubicBezTo>
                          <a:cubicBezTo>
                            <a:pt x="2357908" y="25814"/>
                            <a:pt x="2833904" y="646176"/>
                            <a:pt x="2880000" y="1440000"/>
                          </a:cubicBezTo>
                          <a:cubicBezTo>
                            <a:pt x="2807425" y="2306164"/>
                            <a:pt x="2222484" y="2950781"/>
                            <a:pt x="1440000" y="2880000"/>
                          </a:cubicBezTo>
                          <a:cubicBezTo>
                            <a:pt x="605147" y="2858354"/>
                            <a:pt x="42945" y="2255810"/>
                            <a:pt x="0" y="144000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>
              <a:outerShdw blurRad="50800" dist="381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30" name="Markers &amp; Line">
              <a:extLst>
                <a:ext uri="{FF2B5EF4-FFF2-40B4-BE49-F238E27FC236}">
                  <a16:creationId xmlns:a16="http://schemas.microsoft.com/office/drawing/2014/main" id="{148074AE-250A-4D4A-BBF0-FE11E215319F}"/>
                </a:ext>
              </a:extLst>
            </p:cNvPr>
            <p:cNvGrpSpPr/>
            <p:nvPr/>
          </p:nvGrpSpPr>
          <p:grpSpPr>
            <a:xfrm>
              <a:off x="720000" y="1260000"/>
              <a:ext cx="2196000" cy="1152000"/>
              <a:chOff x="720000" y="1260000"/>
              <a:chExt cx="2196000" cy="1152000"/>
            </a:xfrm>
          </p:grpSpPr>
          <p:sp>
            <p:nvSpPr>
              <p:cNvPr id="26" name="Line 1-2">
                <a:extLst>
                  <a:ext uri="{FF2B5EF4-FFF2-40B4-BE49-F238E27FC236}">
                    <a16:creationId xmlns:a16="http://schemas.microsoft.com/office/drawing/2014/main" id="{1C250D63-BF43-416F-8C84-208DD7D629DE}"/>
                  </a:ext>
                </a:extLst>
              </p:cNvPr>
              <p:cNvSpPr/>
              <p:nvPr/>
            </p:nvSpPr>
            <p:spPr>
              <a:xfrm rot="2437712">
                <a:off x="933400" y="2011465"/>
                <a:ext cx="473199" cy="85440"/>
              </a:xfrm>
              <a:prstGeom prst="rect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Line 2-3">
                <a:extLst>
                  <a:ext uri="{FF2B5EF4-FFF2-40B4-BE49-F238E27FC236}">
                    <a16:creationId xmlns:a16="http://schemas.microsoft.com/office/drawing/2014/main" id="{C7C149A3-19A8-4F83-8829-8BE2F8B1AD19}"/>
                  </a:ext>
                </a:extLst>
              </p:cNvPr>
              <p:cNvSpPr/>
              <p:nvPr/>
            </p:nvSpPr>
            <p:spPr>
              <a:xfrm rot="17985205">
                <a:off x="1266041" y="1782305"/>
                <a:ext cx="648000" cy="85440"/>
              </a:xfrm>
              <a:prstGeom prst="rect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" name="Line 3-4">
                <a:extLst>
                  <a:ext uri="{FF2B5EF4-FFF2-40B4-BE49-F238E27FC236}">
                    <a16:creationId xmlns:a16="http://schemas.microsoft.com/office/drawing/2014/main" id="{F1FCBA77-41A3-4F36-AB4F-6CEFC3B84BEF}"/>
                  </a:ext>
                </a:extLst>
              </p:cNvPr>
              <p:cNvSpPr/>
              <p:nvPr/>
            </p:nvSpPr>
            <p:spPr>
              <a:xfrm rot="3331027">
                <a:off x="1709108" y="1739183"/>
                <a:ext cx="684000" cy="85440"/>
              </a:xfrm>
              <a:prstGeom prst="rect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Line 4-5">
                <a:extLst>
                  <a:ext uri="{FF2B5EF4-FFF2-40B4-BE49-F238E27FC236}">
                    <a16:creationId xmlns:a16="http://schemas.microsoft.com/office/drawing/2014/main" id="{B7FE48FF-9109-4B83-9E2D-14FECC5E588F}"/>
                  </a:ext>
                </a:extLst>
              </p:cNvPr>
              <p:cNvSpPr/>
              <p:nvPr/>
            </p:nvSpPr>
            <p:spPr>
              <a:xfrm rot="20374806">
                <a:off x="2274843" y="1973281"/>
                <a:ext cx="473199" cy="85440"/>
              </a:xfrm>
              <a:prstGeom prst="rect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Marker 1">
                <a:extLst>
                  <a:ext uri="{FF2B5EF4-FFF2-40B4-BE49-F238E27FC236}">
                    <a16:creationId xmlns:a16="http://schemas.microsoft.com/office/drawing/2014/main" id="{6D2F241D-E5D0-4B0F-A44B-24DF270B5BC7}"/>
                  </a:ext>
                </a:extLst>
              </p:cNvPr>
              <p:cNvSpPr/>
              <p:nvPr/>
            </p:nvSpPr>
            <p:spPr>
              <a:xfrm>
                <a:off x="720000" y="1656000"/>
                <a:ext cx="396000" cy="396000"/>
              </a:xfrm>
              <a:prstGeom prst="ellipse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0" name="Marker 2">
                <a:extLst>
                  <a:ext uri="{FF2B5EF4-FFF2-40B4-BE49-F238E27FC236}">
                    <a16:creationId xmlns:a16="http://schemas.microsoft.com/office/drawing/2014/main" id="{4B382849-3256-4B21-BA09-A2D78F5A2FA9}"/>
                  </a:ext>
                </a:extLst>
              </p:cNvPr>
              <p:cNvSpPr/>
              <p:nvPr/>
            </p:nvSpPr>
            <p:spPr>
              <a:xfrm>
                <a:off x="1170000" y="2016000"/>
                <a:ext cx="396000" cy="396000"/>
              </a:xfrm>
              <a:prstGeom prst="ellipse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Marker 3">
                <a:extLst>
                  <a:ext uri="{FF2B5EF4-FFF2-40B4-BE49-F238E27FC236}">
                    <a16:creationId xmlns:a16="http://schemas.microsoft.com/office/drawing/2014/main" id="{3B8F2BF3-B01C-4E7C-A2F6-834474C27981}"/>
                  </a:ext>
                </a:extLst>
              </p:cNvPr>
              <p:cNvSpPr/>
              <p:nvPr/>
            </p:nvSpPr>
            <p:spPr>
              <a:xfrm>
                <a:off x="1620000" y="1260000"/>
                <a:ext cx="396000" cy="396000"/>
              </a:xfrm>
              <a:prstGeom prst="ellipse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Marker 4">
                <a:extLst>
                  <a:ext uri="{FF2B5EF4-FFF2-40B4-BE49-F238E27FC236}">
                    <a16:creationId xmlns:a16="http://schemas.microsoft.com/office/drawing/2014/main" id="{024DBF3E-EDEA-48FF-8119-286E1BB288FC}"/>
                  </a:ext>
                </a:extLst>
              </p:cNvPr>
              <p:cNvSpPr/>
              <p:nvPr/>
            </p:nvSpPr>
            <p:spPr>
              <a:xfrm>
                <a:off x="2070000" y="1908000"/>
                <a:ext cx="396000" cy="396000"/>
              </a:xfrm>
              <a:prstGeom prst="ellipse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Marker 5">
                <a:extLst>
                  <a:ext uri="{FF2B5EF4-FFF2-40B4-BE49-F238E27FC236}">
                    <a16:creationId xmlns:a16="http://schemas.microsoft.com/office/drawing/2014/main" id="{A20C5353-1394-451D-8EA8-D942135ED3CE}"/>
                  </a:ext>
                </a:extLst>
              </p:cNvPr>
              <p:cNvSpPr/>
              <p:nvPr/>
            </p:nvSpPr>
            <p:spPr>
              <a:xfrm>
                <a:off x="2520000" y="1764000"/>
                <a:ext cx="396000" cy="396000"/>
              </a:xfrm>
              <a:prstGeom prst="ellipse">
                <a:avLst/>
              </a:prstGeom>
              <a:solidFill>
                <a:srgbClr val="A6A6A6"/>
              </a:solidFill>
              <a:ln w="2540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5871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Icon">
            <a:extLst>
              <a:ext uri="{FF2B5EF4-FFF2-40B4-BE49-F238E27FC236}">
                <a16:creationId xmlns:a16="http://schemas.microsoft.com/office/drawing/2014/main" id="{28DF31E6-27C1-4F7E-8DDF-5C9CDBC2BE92}"/>
              </a:ext>
            </a:extLst>
          </p:cNvPr>
          <p:cNvGrpSpPr/>
          <p:nvPr/>
        </p:nvGrpSpPr>
        <p:grpSpPr>
          <a:xfrm>
            <a:off x="360225" y="360000"/>
            <a:ext cx="2880000" cy="2880000"/>
            <a:chOff x="360225" y="360000"/>
            <a:chExt cx="2880000" cy="2880000"/>
          </a:xfrm>
        </p:grpSpPr>
        <p:sp>
          <p:nvSpPr>
            <p:cNvPr id="7" name="Border">
              <a:extLst>
                <a:ext uri="{FF2B5EF4-FFF2-40B4-BE49-F238E27FC236}">
                  <a16:creationId xmlns:a16="http://schemas.microsoft.com/office/drawing/2014/main" id="{3F233878-1D0B-4ACA-826A-3F1D4AA1A888}"/>
                </a:ext>
              </a:extLst>
            </p:cNvPr>
            <p:cNvSpPr/>
            <p:nvPr/>
          </p:nvSpPr>
          <p:spPr>
            <a:xfrm>
              <a:off x="360225" y="360000"/>
              <a:ext cx="2880000" cy="2880000"/>
            </a:xfrm>
            <a:prstGeom prst="ellipse">
              <a:avLst/>
            </a:prstGeom>
            <a:solidFill>
              <a:schemeClr val="bg1"/>
            </a:solidFill>
            <a:ln w="190500">
              <a:solidFill>
                <a:srgbClr val="00B0F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2880000"/>
                        <a:gd name="connsiteY0" fmla="*/ 1440000 h 2880000"/>
                        <a:gd name="connsiteX1" fmla="*/ 1440000 w 2880000"/>
                        <a:gd name="connsiteY1" fmla="*/ 0 h 2880000"/>
                        <a:gd name="connsiteX2" fmla="*/ 2880000 w 2880000"/>
                        <a:gd name="connsiteY2" fmla="*/ 1440000 h 2880000"/>
                        <a:gd name="connsiteX3" fmla="*/ 1440000 w 2880000"/>
                        <a:gd name="connsiteY3" fmla="*/ 2880000 h 2880000"/>
                        <a:gd name="connsiteX4" fmla="*/ 0 w 2880000"/>
                        <a:gd name="connsiteY4" fmla="*/ 1440000 h 2880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880000" h="2880000" fill="none" extrusionOk="0">
                          <a:moveTo>
                            <a:pt x="0" y="1440000"/>
                          </a:moveTo>
                          <a:cubicBezTo>
                            <a:pt x="64555" y="652368"/>
                            <a:pt x="701002" y="-115848"/>
                            <a:pt x="1440000" y="0"/>
                          </a:cubicBezTo>
                          <a:cubicBezTo>
                            <a:pt x="2162127" y="-11204"/>
                            <a:pt x="2780335" y="738544"/>
                            <a:pt x="2880000" y="1440000"/>
                          </a:cubicBezTo>
                          <a:cubicBezTo>
                            <a:pt x="2877858" y="2214865"/>
                            <a:pt x="2166096" y="2976160"/>
                            <a:pt x="1440000" y="2880000"/>
                          </a:cubicBezTo>
                          <a:cubicBezTo>
                            <a:pt x="728157" y="2926717"/>
                            <a:pt x="49739" y="2247249"/>
                            <a:pt x="0" y="1440000"/>
                          </a:cubicBezTo>
                          <a:close/>
                        </a:path>
                        <a:path w="2880000" h="2880000" stroke="0" extrusionOk="0">
                          <a:moveTo>
                            <a:pt x="0" y="1440000"/>
                          </a:moveTo>
                          <a:cubicBezTo>
                            <a:pt x="-10905" y="637984"/>
                            <a:pt x="624754" y="7490"/>
                            <a:pt x="1440000" y="0"/>
                          </a:cubicBezTo>
                          <a:cubicBezTo>
                            <a:pt x="2357908" y="25814"/>
                            <a:pt x="2833904" y="646176"/>
                            <a:pt x="2880000" y="1440000"/>
                          </a:cubicBezTo>
                          <a:cubicBezTo>
                            <a:pt x="2807425" y="2306164"/>
                            <a:pt x="2222484" y="2950781"/>
                            <a:pt x="1440000" y="2880000"/>
                          </a:cubicBezTo>
                          <a:cubicBezTo>
                            <a:pt x="605147" y="2858354"/>
                            <a:pt x="42945" y="2255810"/>
                            <a:pt x="0" y="144000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>
              <a:outerShdw blurRad="50800" dist="381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" name="Letter">
              <a:extLst>
                <a:ext uri="{FF2B5EF4-FFF2-40B4-BE49-F238E27FC236}">
                  <a16:creationId xmlns:a16="http://schemas.microsoft.com/office/drawing/2014/main" id="{FDFAEBD9-5572-40DF-A67E-B024E2950E9B}"/>
                </a:ext>
              </a:extLst>
            </p:cNvPr>
            <p:cNvSpPr txBox="1"/>
            <p:nvPr/>
          </p:nvSpPr>
          <p:spPr>
            <a:xfrm>
              <a:off x="1393040" y="369741"/>
              <a:ext cx="148814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800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15" name="Shape">
              <a:extLst>
                <a:ext uri="{FF2B5EF4-FFF2-40B4-BE49-F238E27FC236}">
                  <a16:creationId xmlns:a16="http://schemas.microsoft.com/office/drawing/2014/main" id="{1649FEE7-4B85-409C-A0D6-2C46BB4C4DBF}"/>
                </a:ext>
              </a:extLst>
            </p:cNvPr>
            <p:cNvSpPr/>
            <p:nvPr/>
          </p:nvSpPr>
          <p:spPr>
            <a:xfrm>
              <a:off x="684000" y="1908000"/>
              <a:ext cx="2197180" cy="388749"/>
            </a:xfrm>
            <a:custGeom>
              <a:avLst/>
              <a:gdLst>
                <a:gd name="connsiteX0" fmla="*/ 0 w 2197180"/>
                <a:gd name="connsiteY0" fmla="*/ 362791 h 388749"/>
                <a:gd name="connsiteX1" fmla="*/ 545840 w 2197180"/>
                <a:gd name="connsiteY1" fmla="*/ 64 h 388749"/>
                <a:gd name="connsiteX2" fmla="*/ 1146955 w 2197180"/>
                <a:gd name="connsiteY2" fmla="*/ 386973 h 388749"/>
                <a:gd name="connsiteX3" fmla="*/ 1340417 w 2197180"/>
                <a:gd name="connsiteY3" fmla="*/ 153215 h 388749"/>
                <a:gd name="connsiteX4" fmla="*/ 1533880 w 2197180"/>
                <a:gd name="connsiteY4" fmla="*/ 378912 h 388749"/>
                <a:gd name="connsiteX5" fmla="*/ 2197180 w 2197180"/>
                <a:gd name="connsiteY5" fmla="*/ 338609 h 388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97180" h="388749" extrusionOk="0">
                  <a:moveTo>
                    <a:pt x="0" y="362791"/>
                  </a:moveTo>
                  <a:cubicBezTo>
                    <a:pt x="158059" y="167519"/>
                    <a:pt x="336504" y="2856"/>
                    <a:pt x="545840" y="64"/>
                  </a:cubicBezTo>
                  <a:cubicBezTo>
                    <a:pt x="760735" y="9092"/>
                    <a:pt x="994172" y="362095"/>
                    <a:pt x="1146955" y="386973"/>
                  </a:cubicBezTo>
                  <a:cubicBezTo>
                    <a:pt x="1278283" y="413572"/>
                    <a:pt x="1274331" y="163398"/>
                    <a:pt x="1340417" y="153215"/>
                  </a:cubicBezTo>
                  <a:cubicBezTo>
                    <a:pt x="1385779" y="141407"/>
                    <a:pt x="1410499" y="357288"/>
                    <a:pt x="1533880" y="378912"/>
                  </a:cubicBezTo>
                  <a:cubicBezTo>
                    <a:pt x="1681864" y="410427"/>
                    <a:pt x="2093245" y="321282"/>
                    <a:pt x="2197180" y="338609"/>
                  </a:cubicBezTo>
                </a:path>
              </a:pathLst>
            </a:custGeom>
            <a:noFill/>
            <a:ln w="152400">
              <a:solidFill>
                <a:srgbClr val="A6A6A6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2019300"/>
                        <a:gd name="connsiteY0" fmla="*/ 285801 h 306250"/>
                        <a:gd name="connsiteX1" fmla="*/ 501650 w 2019300"/>
                        <a:gd name="connsiteY1" fmla="*/ 51 h 306250"/>
                        <a:gd name="connsiteX2" fmla="*/ 1054100 w 2019300"/>
                        <a:gd name="connsiteY2" fmla="*/ 304851 h 306250"/>
                        <a:gd name="connsiteX3" fmla="*/ 1231900 w 2019300"/>
                        <a:gd name="connsiteY3" fmla="*/ 120701 h 306250"/>
                        <a:gd name="connsiteX4" fmla="*/ 1409700 w 2019300"/>
                        <a:gd name="connsiteY4" fmla="*/ 298501 h 306250"/>
                        <a:gd name="connsiteX5" fmla="*/ 2019300 w 2019300"/>
                        <a:gd name="connsiteY5" fmla="*/ 266751 h 3062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2019300" h="306250">
                          <a:moveTo>
                            <a:pt x="0" y="285801"/>
                          </a:moveTo>
                          <a:cubicBezTo>
                            <a:pt x="162983" y="141338"/>
                            <a:pt x="325967" y="-3124"/>
                            <a:pt x="501650" y="51"/>
                          </a:cubicBezTo>
                          <a:cubicBezTo>
                            <a:pt x="677333" y="3226"/>
                            <a:pt x="932392" y="284743"/>
                            <a:pt x="1054100" y="304851"/>
                          </a:cubicBezTo>
                          <a:cubicBezTo>
                            <a:pt x="1175808" y="324959"/>
                            <a:pt x="1172633" y="121759"/>
                            <a:pt x="1231900" y="120701"/>
                          </a:cubicBezTo>
                          <a:cubicBezTo>
                            <a:pt x="1291167" y="119643"/>
                            <a:pt x="1278467" y="274159"/>
                            <a:pt x="1409700" y="298501"/>
                          </a:cubicBezTo>
                          <a:cubicBezTo>
                            <a:pt x="1540933" y="322843"/>
                            <a:pt x="1916642" y="265693"/>
                            <a:pt x="2019300" y="266751"/>
                          </a:cubicBezTo>
                        </a:path>
                      </a:pathLst>
                    </a:cu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3" name="Line">
              <a:extLst>
                <a:ext uri="{FF2B5EF4-FFF2-40B4-BE49-F238E27FC236}">
                  <a16:creationId xmlns:a16="http://schemas.microsoft.com/office/drawing/2014/main" id="{37F9A340-FB67-474C-803F-F89CAD1359D0}"/>
                </a:ext>
              </a:extLst>
            </p:cNvPr>
            <p:cNvCxnSpPr/>
            <p:nvPr/>
          </p:nvCxnSpPr>
          <p:spPr>
            <a:xfrm>
              <a:off x="441452" y="2462214"/>
              <a:ext cx="2628000" cy="0"/>
            </a:xfrm>
            <a:prstGeom prst="line">
              <a:avLst/>
            </a:prstGeom>
            <a:ln w="120650">
              <a:solidFill>
                <a:srgbClr val="00B0F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15826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Icon">
            <a:extLst>
              <a:ext uri="{FF2B5EF4-FFF2-40B4-BE49-F238E27FC236}">
                <a16:creationId xmlns:a16="http://schemas.microsoft.com/office/drawing/2014/main" id="{28DF31E6-27C1-4F7E-8DDF-5C9CDBC2BE92}"/>
              </a:ext>
            </a:extLst>
          </p:cNvPr>
          <p:cNvGrpSpPr/>
          <p:nvPr/>
        </p:nvGrpSpPr>
        <p:grpSpPr>
          <a:xfrm>
            <a:off x="360225" y="364527"/>
            <a:ext cx="2946105" cy="2880000"/>
            <a:chOff x="360225" y="360000"/>
            <a:chExt cx="2946105" cy="2880000"/>
          </a:xfrm>
        </p:grpSpPr>
        <p:sp>
          <p:nvSpPr>
            <p:cNvPr id="7" name="Border">
              <a:extLst>
                <a:ext uri="{FF2B5EF4-FFF2-40B4-BE49-F238E27FC236}">
                  <a16:creationId xmlns:a16="http://schemas.microsoft.com/office/drawing/2014/main" id="{3F233878-1D0B-4ACA-826A-3F1D4AA1A888}"/>
                </a:ext>
              </a:extLst>
            </p:cNvPr>
            <p:cNvSpPr/>
            <p:nvPr/>
          </p:nvSpPr>
          <p:spPr>
            <a:xfrm>
              <a:off x="360225" y="360000"/>
              <a:ext cx="2880000" cy="2880000"/>
            </a:xfrm>
            <a:prstGeom prst="ellipse">
              <a:avLst/>
            </a:prstGeom>
            <a:solidFill>
              <a:schemeClr val="bg1"/>
            </a:solidFill>
            <a:ln w="190500">
              <a:solidFill>
                <a:srgbClr val="A6A6A6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2880000"/>
                        <a:gd name="connsiteY0" fmla="*/ 1440000 h 2880000"/>
                        <a:gd name="connsiteX1" fmla="*/ 1440000 w 2880000"/>
                        <a:gd name="connsiteY1" fmla="*/ 0 h 2880000"/>
                        <a:gd name="connsiteX2" fmla="*/ 2880000 w 2880000"/>
                        <a:gd name="connsiteY2" fmla="*/ 1440000 h 2880000"/>
                        <a:gd name="connsiteX3" fmla="*/ 1440000 w 2880000"/>
                        <a:gd name="connsiteY3" fmla="*/ 2880000 h 2880000"/>
                        <a:gd name="connsiteX4" fmla="*/ 0 w 2880000"/>
                        <a:gd name="connsiteY4" fmla="*/ 1440000 h 2880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880000" h="2880000" fill="none" extrusionOk="0">
                          <a:moveTo>
                            <a:pt x="0" y="1440000"/>
                          </a:moveTo>
                          <a:cubicBezTo>
                            <a:pt x="64555" y="652368"/>
                            <a:pt x="701002" y="-115848"/>
                            <a:pt x="1440000" y="0"/>
                          </a:cubicBezTo>
                          <a:cubicBezTo>
                            <a:pt x="2162127" y="-11204"/>
                            <a:pt x="2780335" y="738544"/>
                            <a:pt x="2880000" y="1440000"/>
                          </a:cubicBezTo>
                          <a:cubicBezTo>
                            <a:pt x="2877858" y="2214865"/>
                            <a:pt x="2166096" y="2976160"/>
                            <a:pt x="1440000" y="2880000"/>
                          </a:cubicBezTo>
                          <a:cubicBezTo>
                            <a:pt x="728157" y="2926717"/>
                            <a:pt x="49739" y="2247249"/>
                            <a:pt x="0" y="1440000"/>
                          </a:cubicBezTo>
                          <a:close/>
                        </a:path>
                        <a:path w="2880000" h="2880000" stroke="0" extrusionOk="0">
                          <a:moveTo>
                            <a:pt x="0" y="1440000"/>
                          </a:moveTo>
                          <a:cubicBezTo>
                            <a:pt x="-10905" y="637984"/>
                            <a:pt x="624754" y="7490"/>
                            <a:pt x="1440000" y="0"/>
                          </a:cubicBezTo>
                          <a:cubicBezTo>
                            <a:pt x="2357908" y="25814"/>
                            <a:pt x="2833904" y="646176"/>
                            <a:pt x="2880000" y="1440000"/>
                          </a:cubicBezTo>
                          <a:cubicBezTo>
                            <a:pt x="2807425" y="2306164"/>
                            <a:pt x="2222484" y="2950781"/>
                            <a:pt x="1440000" y="2880000"/>
                          </a:cubicBezTo>
                          <a:cubicBezTo>
                            <a:pt x="605147" y="2858354"/>
                            <a:pt x="42945" y="2255810"/>
                            <a:pt x="0" y="144000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>
              <a:outerShdw blurRad="50800" dist="381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" name="Letter">
              <a:extLst>
                <a:ext uri="{FF2B5EF4-FFF2-40B4-BE49-F238E27FC236}">
                  <a16:creationId xmlns:a16="http://schemas.microsoft.com/office/drawing/2014/main" id="{FDFAEBD9-5572-40DF-A67E-B024E2950E9B}"/>
                </a:ext>
              </a:extLst>
            </p:cNvPr>
            <p:cNvSpPr txBox="1"/>
            <p:nvPr/>
          </p:nvSpPr>
          <p:spPr>
            <a:xfrm>
              <a:off x="1393040" y="369741"/>
              <a:ext cx="148814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800" b="1" dirty="0">
                  <a:solidFill>
                    <a:srgbClr val="A6A6A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?</a:t>
              </a:r>
            </a:p>
          </p:txBody>
        </p:sp>
        <p:sp>
          <p:nvSpPr>
            <p:cNvPr id="15" name="Shape">
              <a:extLst>
                <a:ext uri="{FF2B5EF4-FFF2-40B4-BE49-F238E27FC236}">
                  <a16:creationId xmlns:a16="http://schemas.microsoft.com/office/drawing/2014/main" id="{1649FEE7-4B85-409C-A0D6-2C46BB4C4DBF}"/>
                </a:ext>
              </a:extLst>
            </p:cNvPr>
            <p:cNvSpPr/>
            <p:nvPr/>
          </p:nvSpPr>
          <p:spPr>
            <a:xfrm>
              <a:off x="684000" y="1908000"/>
              <a:ext cx="2197180" cy="388749"/>
            </a:xfrm>
            <a:custGeom>
              <a:avLst/>
              <a:gdLst>
                <a:gd name="connsiteX0" fmla="*/ 0 w 2197180"/>
                <a:gd name="connsiteY0" fmla="*/ 362791 h 388749"/>
                <a:gd name="connsiteX1" fmla="*/ 545840 w 2197180"/>
                <a:gd name="connsiteY1" fmla="*/ 64 h 388749"/>
                <a:gd name="connsiteX2" fmla="*/ 1146955 w 2197180"/>
                <a:gd name="connsiteY2" fmla="*/ 386973 h 388749"/>
                <a:gd name="connsiteX3" fmla="*/ 1340417 w 2197180"/>
                <a:gd name="connsiteY3" fmla="*/ 153215 h 388749"/>
                <a:gd name="connsiteX4" fmla="*/ 1533880 w 2197180"/>
                <a:gd name="connsiteY4" fmla="*/ 378912 h 388749"/>
                <a:gd name="connsiteX5" fmla="*/ 2197180 w 2197180"/>
                <a:gd name="connsiteY5" fmla="*/ 338609 h 388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97180" h="388749" extrusionOk="0">
                  <a:moveTo>
                    <a:pt x="0" y="362791"/>
                  </a:moveTo>
                  <a:cubicBezTo>
                    <a:pt x="158059" y="167519"/>
                    <a:pt x="336504" y="2856"/>
                    <a:pt x="545840" y="64"/>
                  </a:cubicBezTo>
                  <a:cubicBezTo>
                    <a:pt x="760735" y="9092"/>
                    <a:pt x="994172" y="362095"/>
                    <a:pt x="1146955" y="386973"/>
                  </a:cubicBezTo>
                  <a:cubicBezTo>
                    <a:pt x="1278283" y="413572"/>
                    <a:pt x="1274331" y="163398"/>
                    <a:pt x="1340417" y="153215"/>
                  </a:cubicBezTo>
                  <a:cubicBezTo>
                    <a:pt x="1385779" y="141407"/>
                    <a:pt x="1410499" y="357288"/>
                    <a:pt x="1533880" y="378912"/>
                  </a:cubicBezTo>
                  <a:cubicBezTo>
                    <a:pt x="1681864" y="410427"/>
                    <a:pt x="2093245" y="321282"/>
                    <a:pt x="2197180" y="338609"/>
                  </a:cubicBezTo>
                </a:path>
              </a:pathLst>
            </a:custGeom>
            <a:noFill/>
            <a:ln w="149225">
              <a:solidFill>
                <a:srgbClr val="A6A6A6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2019300"/>
                        <a:gd name="connsiteY0" fmla="*/ 285801 h 306250"/>
                        <a:gd name="connsiteX1" fmla="*/ 501650 w 2019300"/>
                        <a:gd name="connsiteY1" fmla="*/ 51 h 306250"/>
                        <a:gd name="connsiteX2" fmla="*/ 1054100 w 2019300"/>
                        <a:gd name="connsiteY2" fmla="*/ 304851 h 306250"/>
                        <a:gd name="connsiteX3" fmla="*/ 1231900 w 2019300"/>
                        <a:gd name="connsiteY3" fmla="*/ 120701 h 306250"/>
                        <a:gd name="connsiteX4" fmla="*/ 1409700 w 2019300"/>
                        <a:gd name="connsiteY4" fmla="*/ 298501 h 306250"/>
                        <a:gd name="connsiteX5" fmla="*/ 2019300 w 2019300"/>
                        <a:gd name="connsiteY5" fmla="*/ 266751 h 3062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2019300" h="306250">
                          <a:moveTo>
                            <a:pt x="0" y="285801"/>
                          </a:moveTo>
                          <a:cubicBezTo>
                            <a:pt x="162983" y="141338"/>
                            <a:pt x="325967" y="-3124"/>
                            <a:pt x="501650" y="51"/>
                          </a:cubicBezTo>
                          <a:cubicBezTo>
                            <a:pt x="677333" y="3226"/>
                            <a:pt x="932392" y="284743"/>
                            <a:pt x="1054100" y="304851"/>
                          </a:cubicBezTo>
                          <a:cubicBezTo>
                            <a:pt x="1175808" y="324959"/>
                            <a:pt x="1172633" y="121759"/>
                            <a:pt x="1231900" y="120701"/>
                          </a:cubicBezTo>
                          <a:cubicBezTo>
                            <a:pt x="1291167" y="119643"/>
                            <a:pt x="1278467" y="274159"/>
                            <a:pt x="1409700" y="298501"/>
                          </a:cubicBezTo>
                          <a:cubicBezTo>
                            <a:pt x="1540933" y="322843"/>
                            <a:pt x="1916642" y="265693"/>
                            <a:pt x="2019300" y="266751"/>
                          </a:cubicBezTo>
                        </a:path>
                      </a:pathLst>
                    </a:cu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3" name="Line">
              <a:extLst>
                <a:ext uri="{FF2B5EF4-FFF2-40B4-BE49-F238E27FC236}">
                  <a16:creationId xmlns:a16="http://schemas.microsoft.com/office/drawing/2014/main" id="{37F9A340-FB67-474C-803F-F89CAD1359D0}"/>
                </a:ext>
              </a:extLst>
            </p:cNvPr>
            <p:cNvCxnSpPr/>
            <p:nvPr/>
          </p:nvCxnSpPr>
          <p:spPr>
            <a:xfrm>
              <a:off x="426330" y="2094273"/>
              <a:ext cx="2880000" cy="0"/>
            </a:xfrm>
            <a:prstGeom prst="line">
              <a:avLst/>
            </a:prstGeom>
            <a:ln w="120650">
              <a:solidFill>
                <a:srgbClr val="A6A6A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82440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Icon">
            <a:extLst>
              <a:ext uri="{FF2B5EF4-FFF2-40B4-BE49-F238E27FC236}">
                <a16:creationId xmlns:a16="http://schemas.microsoft.com/office/drawing/2014/main" id="{28DF31E6-27C1-4F7E-8DDF-5C9CDBC2BE92}"/>
              </a:ext>
            </a:extLst>
          </p:cNvPr>
          <p:cNvGrpSpPr/>
          <p:nvPr/>
        </p:nvGrpSpPr>
        <p:grpSpPr>
          <a:xfrm>
            <a:off x="360225" y="360000"/>
            <a:ext cx="2922417" cy="2880000"/>
            <a:chOff x="360225" y="360000"/>
            <a:chExt cx="2922417" cy="2880000"/>
          </a:xfrm>
        </p:grpSpPr>
        <p:sp>
          <p:nvSpPr>
            <p:cNvPr id="7" name="Border">
              <a:extLst>
                <a:ext uri="{FF2B5EF4-FFF2-40B4-BE49-F238E27FC236}">
                  <a16:creationId xmlns:a16="http://schemas.microsoft.com/office/drawing/2014/main" id="{3F233878-1D0B-4ACA-826A-3F1D4AA1A888}"/>
                </a:ext>
              </a:extLst>
            </p:cNvPr>
            <p:cNvSpPr/>
            <p:nvPr/>
          </p:nvSpPr>
          <p:spPr>
            <a:xfrm>
              <a:off x="360225" y="360000"/>
              <a:ext cx="2880000" cy="2880000"/>
            </a:xfrm>
            <a:prstGeom prst="ellipse">
              <a:avLst/>
            </a:prstGeom>
            <a:solidFill>
              <a:schemeClr val="bg1"/>
            </a:solidFill>
            <a:ln w="190500">
              <a:solidFill>
                <a:srgbClr val="E46C0A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2880000"/>
                        <a:gd name="connsiteY0" fmla="*/ 1440000 h 2880000"/>
                        <a:gd name="connsiteX1" fmla="*/ 1440000 w 2880000"/>
                        <a:gd name="connsiteY1" fmla="*/ 0 h 2880000"/>
                        <a:gd name="connsiteX2" fmla="*/ 2880000 w 2880000"/>
                        <a:gd name="connsiteY2" fmla="*/ 1440000 h 2880000"/>
                        <a:gd name="connsiteX3" fmla="*/ 1440000 w 2880000"/>
                        <a:gd name="connsiteY3" fmla="*/ 2880000 h 2880000"/>
                        <a:gd name="connsiteX4" fmla="*/ 0 w 2880000"/>
                        <a:gd name="connsiteY4" fmla="*/ 1440000 h 2880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880000" h="2880000" fill="none" extrusionOk="0">
                          <a:moveTo>
                            <a:pt x="0" y="1440000"/>
                          </a:moveTo>
                          <a:cubicBezTo>
                            <a:pt x="64555" y="652368"/>
                            <a:pt x="701002" y="-115848"/>
                            <a:pt x="1440000" y="0"/>
                          </a:cubicBezTo>
                          <a:cubicBezTo>
                            <a:pt x="2162127" y="-11204"/>
                            <a:pt x="2780335" y="738544"/>
                            <a:pt x="2880000" y="1440000"/>
                          </a:cubicBezTo>
                          <a:cubicBezTo>
                            <a:pt x="2877858" y="2214865"/>
                            <a:pt x="2166096" y="2976160"/>
                            <a:pt x="1440000" y="2880000"/>
                          </a:cubicBezTo>
                          <a:cubicBezTo>
                            <a:pt x="728157" y="2926717"/>
                            <a:pt x="49739" y="2247249"/>
                            <a:pt x="0" y="1440000"/>
                          </a:cubicBezTo>
                          <a:close/>
                        </a:path>
                        <a:path w="2880000" h="2880000" stroke="0" extrusionOk="0">
                          <a:moveTo>
                            <a:pt x="0" y="1440000"/>
                          </a:moveTo>
                          <a:cubicBezTo>
                            <a:pt x="-10905" y="637984"/>
                            <a:pt x="624754" y="7490"/>
                            <a:pt x="1440000" y="0"/>
                          </a:cubicBezTo>
                          <a:cubicBezTo>
                            <a:pt x="2357908" y="25814"/>
                            <a:pt x="2833904" y="646176"/>
                            <a:pt x="2880000" y="1440000"/>
                          </a:cubicBezTo>
                          <a:cubicBezTo>
                            <a:pt x="2807425" y="2306164"/>
                            <a:pt x="2222484" y="2950781"/>
                            <a:pt x="1440000" y="2880000"/>
                          </a:cubicBezTo>
                          <a:cubicBezTo>
                            <a:pt x="605147" y="2858354"/>
                            <a:pt x="42945" y="2255810"/>
                            <a:pt x="0" y="144000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>
              <a:outerShdw blurRad="50800" dist="381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" name="Letter">
              <a:extLst>
                <a:ext uri="{FF2B5EF4-FFF2-40B4-BE49-F238E27FC236}">
                  <a16:creationId xmlns:a16="http://schemas.microsoft.com/office/drawing/2014/main" id="{FDFAEBD9-5572-40DF-A67E-B024E2950E9B}"/>
                </a:ext>
              </a:extLst>
            </p:cNvPr>
            <p:cNvSpPr txBox="1"/>
            <p:nvPr/>
          </p:nvSpPr>
          <p:spPr>
            <a:xfrm>
              <a:off x="1393040" y="369741"/>
              <a:ext cx="148814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800" b="1" dirty="0">
                  <a:solidFill>
                    <a:srgbClr val="E46C0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</a:p>
          </p:txBody>
        </p:sp>
        <p:sp>
          <p:nvSpPr>
            <p:cNvPr id="15" name="Shape">
              <a:extLst>
                <a:ext uri="{FF2B5EF4-FFF2-40B4-BE49-F238E27FC236}">
                  <a16:creationId xmlns:a16="http://schemas.microsoft.com/office/drawing/2014/main" id="{1649FEE7-4B85-409C-A0D6-2C46BB4C4DBF}"/>
                </a:ext>
              </a:extLst>
            </p:cNvPr>
            <p:cNvSpPr/>
            <p:nvPr/>
          </p:nvSpPr>
          <p:spPr>
            <a:xfrm>
              <a:off x="684000" y="1908000"/>
              <a:ext cx="2197180" cy="388749"/>
            </a:xfrm>
            <a:custGeom>
              <a:avLst/>
              <a:gdLst>
                <a:gd name="connsiteX0" fmla="*/ 0 w 2197180"/>
                <a:gd name="connsiteY0" fmla="*/ 362791 h 388749"/>
                <a:gd name="connsiteX1" fmla="*/ 545840 w 2197180"/>
                <a:gd name="connsiteY1" fmla="*/ 64 h 388749"/>
                <a:gd name="connsiteX2" fmla="*/ 1146955 w 2197180"/>
                <a:gd name="connsiteY2" fmla="*/ 386973 h 388749"/>
                <a:gd name="connsiteX3" fmla="*/ 1340417 w 2197180"/>
                <a:gd name="connsiteY3" fmla="*/ 153215 h 388749"/>
                <a:gd name="connsiteX4" fmla="*/ 1533880 w 2197180"/>
                <a:gd name="connsiteY4" fmla="*/ 378912 h 388749"/>
                <a:gd name="connsiteX5" fmla="*/ 2197180 w 2197180"/>
                <a:gd name="connsiteY5" fmla="*/ 338609 h 388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97180" h="388749" extrusionOk="0">
                  <a:moveTo>
                    <a:pt x="0" y="362791"/>
                  </a:moveTo>
                  <a:cubicBezTo>
                    <a:pt x="158059" y="167519"/>
                    <a:pt x="336504" y="2856"/>
                    <a:pt x="545840" y="64"/>
                  </a:cubicBezTo>
                  <a:cubicBezTo>
                    <a:pt x="760735" y="9092"/>
                    <a:pt x="994172" y="362095"/>
                    <a:pt x="1146955" y="386973"/>
                  </a:cubicBezTo>
                  <a:cubicBezTo>
                    <a:pt x="1278283" y="413572"/>
                    <a:pt x="1274331" y="163398"/>
                    <a:pt x="1340417" y="153215"/>
                  </a:cubicBezTo>
                  <a:cubicBezTo>
                    <a:pt x="1385779" y="141407"/>
                    <a:pt x="1410499" y="357288"/>
                    <a:pt x="1533880" y="378912"/>
                  </a:cubicBezTo>
                  <a:cubicBezTo>
                    <a:pt x="1681864" y="410427"/>
                    <a:pt x="2093245" y="321282"/>
                    <a:pt x="2197180" y="338609"/>
                  </a:cubicBezTo>
                </a:path>
              </a:pathLst>
            </a:custGeom>
            <a:noFill/>
            <a:ln w="152400">
              <a:solidFill>
                <a:srgbClr val="A6A6A6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2019300"/>
                        <a:gd name="connsiteY0" fmla="*/ 285801 h 306250"/>
                        <a:gd name="connsiteX1" fmla="*/ 501650 w 2019300"/>
                        <a:gd name="connsiteY1" fmla="*/ 51 h 306250"/>
                        <a:gd name="connsiteX2" fmla="*/ 1054100 w 2019300"/>
                        <a:gd name="connsiteY2" fmla="*/ 304851 h 306250"/>
                        <a:gd name="connsiteX3" fmla="*/ 1231900 w 2019300"/>
                        <a:gd name="connsiteY3" fmla="*/ 120701 h 306250"/>
                        <a:gd name="connsiteX4" fmla="*/ 1409700 w 2019300"/>
                        <a:gd name="connsiteY4" fmla="*/ 298501 h 306250"/>
                        <a:gd name="connsiteX5" fmla="*/ 2019300 w 2019300"/>
                        <a:gd name="connsiteY5" fmla="*/ 266751 h 3062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2019300" h="306250">
                          <a:moveTo>
                            <a:pt x="0" y="285801"/>
                          </a:moveTo>
                          <a:cubicBezTo>
                            <a:pt x="162983" y="141338"/>
                            <a:pt x="325967" y="-3124"/>
                            <a:pt x="501650" y="51"/>
                          </a:cubicBezTo>
                          <a:cubicBezTo>
                            <a:pt x="677333" y="3226"/>
                            <a:pt x="932392" y="284743"/>
                            <a:pt x="1054100" y="304851"/>
                          </a:cubicBezTo>
                          <a:cubicBezTo>
                            <a:pt x="1175808" y="324959"/>
                            <a:pt x="1172633" y="121759"/>
                            <a:pt x="1231900" y="120701"/>
                          </a:cubicBezTo>
                          <a:cubicBezTo>
                            <a:pt x="1291167" y="119643"/>
                            <a:pt x="1278467" y="274159"/>
                            <a:pt x="1409700" y="298501"/>
                          </a:cubicBezTo>
                          <a:cubicBezTo>
                            <a:pt x="1540933" y="322843"/>
                            <a:pt x="1916642" y="265693"/>
                            <a:pt x="2019300" y="266751"/>
                          </a:cubicBezTo>
                        </a:path>
                      </a:pathLst>
                    </a:cu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3" name="Line">
              <a:extLst>
                <a:ext uri="{FF2B5EF4-FFF2-40B4-BE49-F238E27FC236}">
                  <a16:creationId xmlns:a16="http://schemas.microsoft.com/office/drawing/2014/main" id="{37F9A340-FB67-474C-803F-F89CAD1359D0}"/>
                </a:ext>
              </a:extLst>
            </p:cNvPr>
            <p:cNvCxnSpPr/>
            <p:nvPr/>
          </p:nvCxnSpPr>
          <p:spPr>
            <a:xfrm>
              <a:off x="402642" y="1735572"/>
              <a:ext cx="2880000" cy="0"/>
            </a:xfrm>
            <a:prstGeom prst="line">
              <a:avLst/>
            </a:prstGeom>
            <a:ln w="120650">
              <a:solidFill>
                <a:srgbClr val="E46C0A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8545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con">
            <a:extLst>
              <a:ext uri="{FF2B5EF4-FFF2-40B4-BE49-F238E27FC236}">
                <a16:creationId xmlns:a16="http://schemas.microsoft.com/office/drawing/2014/main" id="{3F233878-1D0B-4ACA-826A-3F1D4AA1A888}"/>
              </a:ext>
            </a:extLst>
          </p:cNvPr>
          <p:cNvSpPr/>
          <p:nvPr/>
        </p:nvSpPr>
        <p:spPr>
          <a:xfrm>
            <a:off x="360225" y="360000"/>
            <a:ext cx="2880000" cy="2880000"/>
          </a:xfrm>
          <a:prstGeom prst="ellipse">
            <a:avLst/>
          </a:prstGeom>
          <a:solidFill>
            <a:schemeClr val="bg1"/>
          </a:solidFill>
          <a:ln w="190500" cmpd="sng">
            <a:solidFill>
              <a:srgbClr val="A6A6A6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880000"/>
                      <a:gd name="connsiteY0" fmla="*/ 1440000 h 2880000"/>
                      <a:gd name="connsiteX1" fmla="*/ 1440000 w 2880000"/>
                      <a:gd name="connsiteY1" fmla="*/ 0 h 2880000"/>
                      <a:gd name="connsiteX2" fmla="*/ 2880000 w 2880000"/>
                      <a:gd name="connsiteY2" fmla="*/ 1440000 h 2880000"/>
                      <a:gd name="connsiteX3" fmla="*/ 1440000 w 2880000"/>
                      <a:gd name="connsiteY3" fmla="*/ 2880000 h 2880000"/>
                      <a:gd name="connsiteX4" fmla="*/ 0 w 2880000"/>
                      <a:gd name="connsiteY4" fmla="*/ 1440000 h 288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880000" h="2880000" fill="none" extrusionOk="0">
                        <a:moveTo>
                          <a:pt x="0" y="1440000"/>
                        </a:moveTo>
                        <a:cubicBezTo>
                          <a:pt x="64555" y="652368"/>
                          <a:pt x="701002" y="-115848"/>
                          <a:pt x="1440000" y="0"/>
                        </a:cubicBezTo>
                        <a:cubicBezTo>
                          <a:pt x="2162127" y="-11204"/>
                          <a:pt x="2780335" y="738544"/>
                          <a:pt x="2880000" y="1440000"/>
                        </a:cubicBezTo>
                        <a:cubicBezTo>
                          <a:pt x="2877858" y="2214865"/>
                          <a:pt x="2166096" y="2976160"/>
                          <a:pt x="1440000" y="2880000"/>
                        </a:cubicBezTo>
                        <a:cubicBezTo>
                          <a:pt x="728157" y="2926717"/>
                          <a:pt x="49739" y="2247249"/>
                          <a:pt x="0" y="1440000"/>
                        </a:cubicBezTo>
                        <a:close/>
                      </a:path>
                      <a:path w="2880000" h="2880000" stroke="0" extrusionOk="0">
                        <a:moveTo>
                          <a:pt x="0" y="1440000"/>
                        </a:moveTo>
                        <a:cubicBezTo>
                          <a:pt x="-10905" y="637984"/>
                          <a:pt x="624754" y="7490"/>
                          <a:pt x="1440000" y="0"/>
                        </a:cubicBezTo>
                        <a:cubicBezTo>
                          <a:pt x="2357908" y="25814"/>
                          <a:pt x="2833904" y="646176"/>
                          <a:pt x="2880000" y="1440000"/>
                        </a:cubicBezTo>
                        <a:cubicBezTo>
                          <a:pt x="2807425" y="2306164"/>
                          <a:pt x="2222484" y="2950781"/>
                          <a:pt x="1440000" y="2880000"/>
                        </a:cubicBezTo>
                        <a:cubicBezTo>
                          <a:pt x="605147" y="2858354"/>
                          <a:pt x="42945" y="2255810"/>
                          <a:pt x="0" y="144000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5805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HS Improvement">
      <a:dk1>
        <a:srgbClr val="000000"/>
      </a:dk1>
      <a:lt1>
        <a:srgbClr val="FFFFFF"/>
      </a:lt1>
      <a:dk2>
        <a:srgbClr val="003087"/>
      </a:dk2>
      <a:lt2>
        <a:srgbClr val="005EB8"/>
      </a:lt2>
      <a:accent1>
        <a:srgbClr val="005EB8"/>
      </a:accent1>
      <a:accent2>
        <a:srgbClr val="41B6E6"/>
      </a:accent2>
      <a:accent3>
        <a:srgbClr val="768692"/>
      </a:accent3>
      <a:accent4>
        <a:srgbClr val="00A499"/>
      </a:accent4>
      <a:accent5>
        <a:srgbClr val="006747"/>
      </a:accent5>
      <a:accent6>
        <a:srgbClr val="00A9CE"/>
      </a:accent6>
      <a:hlink>
        <a:srgbClr val="0072CE"/>
      </a:hlink>
      <a:folHlink>
        <a:srgbClr val="41B6E6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4.3 plain template.pptx" id="{2F2F0580-1474-4B7A-A11B-8505B61FADB3}" vid="{956D579C-3B86-4FDD-8A79-810CF4E9248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8E0315004D46448E372CA3F7918C8A" ma:contentTypeVersion="19" ma:contentTypeDescription="Create a new document." ma:contentTypeScope="" ma:versionID="4e7b753acd75e1cc3c51c944484bf7f8">
  <xsd:schema xmlns:xsd="http://www.w3.org/2001/XMLSchema" xmlns:xs="http://www.w3.org/2001/XMLSchema" xmlns:p="http://schemas.microsoft.com/office/2006/metadata/properties" xmlns:ns1="http://schemas.microsoft.com/sharepoint/v3" xmlns:ns2="e7de3143-3e05-4e4c-9535-f64c946b3622" xmlns:ns3="a6f9a12b-3f80-4f1c-a0ea-6c226142b03e" xmlns:ns4="cccaf3ac-2de9-44d4-aa31-54302fceb5f7" targetNamespace="http://schemas.microsoft.com/office/2006/metadata/properties" ma:root="true" ma:fieldsID="78db48b633b6340d7441ef2e71ca6266" ns1:_="" ns2:_="" ns3:_="" ns4:_="">
    <xsd:import namespace="http://schemas.microsoft.com/sharepoint/v3"/>
    <xsd:import namespace="e7de3143-3e05-4e4c-9535-f64c946b3622"/>
    <xsd:import namespace="a6f9a12b-3f80-4f1c-a0ea-6c226142b03e"/>
    <xsd:import namespace="cccaf3ac-2de9-44d4-aa31-54302fceb5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4:TaxCatchAll" minOccurs="0"/>
                <xsd:element ref="ns2:MediaServiceLocatio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de3143-3e05-4e4c-9535-f64c946b36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443b0bdb-28a8-4814-9fb9-624c17c095f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5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f9a12b-3f80-4f1c-a0ea-6c226142b03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caf3ac-2de9-44d4-aa31-54302fceb5f7" elementFormDefault="qualified">
    <xsd:import namespace="http://schemas.microsoft.com/office/2006/documentManagement/types"/>
    <xsd:import namespace="http://schemas.microsoft.com/office/infopath/2007/PartnerControls"/>
    <xsd:element name="TaxCatchAll" ma:index="24" nillable="true" ma:displayName="Taxonomy Catch All Column" ma:hidden="true" ma:list="{973604fa-52a2-4fdd-9748-bfb28f39e7e6}" ma:internalName="TaxCatchAll" ma:showField="CatchAllData" ma:web="a6f9a12b-3f80-4f1c-a0ea-6c226142b03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ccaf3ac-2de9-44d4-aa31-54302fceb5f7" xsi:nil="true"/>
    <lcf76f155ced4ddcb4097134ff3c332f xmlns="e7de3143-3e05-4e4c-9535-f64c946b3622">
      <Terms xmlns="http://schemas.microsoft.com/office/infopath/2007/PartnerControls"/>
    </lcf76f155ced4ddcb4097134ff3c332f>
    <MediaLengthInSeconds xmlns="e7de3143-3e05-4e4c-9535-f64c946b3622" xsi:nil="true"/>
    <SharedWithUsers xmlns="a6f9a12b-3f80-4f1c-a0ea-6c226142b03e">
      <UserInfo>
        <DisplayName/>
        <AccountId xsi:nil="true"/>
        <AccountType/>
      </UserInfo>
    </SharedWithUsers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A6333066-D95F-4DC9-8F45-8431A5C3C7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16A98F-CBAB-47EA-800D-5573B1EAC38F}"/>
</file>

<file path=customXml/itemProps3.xml><?xml version="1.0" encoding="utf-8"?>
<ds:datastoreItem xmlns:ds="http://schemas.openxmlformats.org/officeDocument/2006/customXml" ds:itemID="{A4D9FD49-C1C5-400A-B04D-90A236984D1F}">
  <ds:schemaRefs>
    <ds:schemaRef ds:uri="http://purl.org/dc/terms/"/>
    <ds:schemaRef ds:uri="http://schemas.openxmlformats.org/package/2006/metadata/core-properties"/>
    <ds:schemaRef ds:uri="http://purl.org/dc/dcmitype/"/>
    <ds:schemaRef ds:uri="a3a155f4-855a-4d7b-9ef2-804c5f0d3989"/>
    <ds:schemaRef ds:uri="83ff2bba-8eb1-4f0d-ba45-c155e19144f0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schemas.microsoft.com/sharepoint/v3"/>
    <ds:schemaRef ds:uri="cccaf3ac-2de9-44d4-aa31-54302fceb5f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4500</TotalTime>
  <Words>12</Words>
  <Application>Microsoft Office PowerPoint</Application>
  <PresentationFormat>Custom</PresentationFormat>
  <Paragraphs>10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Summary Icons</dc:title>
  <dc:creator>Matthew Callus</dc:creator>
  <cp:lastModifiedBy>Matthew Callus</cp:lastModifiedBy>
  <cp:revision>15</cp:revision>
  <dcterms:created xsi:type="dcterms:W3CDTF">2021-11-16T08:22:56Z</dcterms:created>
  <dcterms:modified xsi:type="dcterms:W3CDTF">2023-12-14T11:16:53Z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0x0101002F8E0315004D46448E372CA3F7918C8A</vt:lpwstr>
  </property>
  <property fmtid="{D5CDD505-2E9C-101B-9397-08002B2CF9AE}" pid="3" name="TaxKeyword">
    <vt:lpwstr/>
  </property>
  <property fmtid="{D5CDD505-2E9C-101B-9397-08002B2CF9AE}" pid="4" name="Subject0">
    <vt:lpwstr/>
  </property>
  <property fmtid="{D5CDD505-2E9C-101B-9397-08002B2CF9AE}" pid="5" name="Document type0">
    <vt:lpwstr/>
  </property>
  <property fmtid="{D5CDD505-2E9C-101B-9397-08002B2CF9AE}" pid="6" name="WTTeamSiteDocumentType">
    <vt:lpwstr/>
  </property>
  <property fmtid="{D5CDD505-2E9C-101B-9397-08002B2CF9AE}" pid="7" name="WTTeamSiteDocumentTypeTaxHTField0">
    <vt:lpwstr/>
  </property>
  <property fmtid="{D5CDD505-2E9C-101B-9397-08002B2CF9AE}" pid="8" name="cebceaf3e3574cdab9f9dab6bbd34ddb">
    <vt:lpwstr/>
  </property>
  <property fmtid="{D5CDD505-2E9C-101B-9397-08002B2CF9AE}" pid="9" name="n2fe4ed80ae84f2cbc880662fe0a8735">
    <vt:lpwstr/>
  </property>
  <property fmtid="{D5CDD505-2E9C-101B-9397-08002B2CF9AE}" pid="10" name="TaxCatchAll">
    <vt:lpwstr/>
  </property>
  <property fmtid="{D5CDD505-2E9C-101B-9397-08002B2CF9AE}" pid="11" name="TaxKeywordTaxHTField">
    <vt:lpwstr/>
  </property>
  <property fmtid="{D5CDD505-2E9C-101B-9397-08002B2CF9AE}" pid="12" name="MediaServiceImageTags">
    <vt:lpwstr/>
  </property>
  <property fmtid="{D5CDD505-2E9C-101B-9397-08002B2CF9AE}" pid="13" name="Order">
    <vt:r8>1900800</vt:r8>
  </property>
  <property fmtid="{D5CDD505-2E9C-101B-9397-08002B2CF9AE}" pid="14" name="xd_ProgID">
    <vt:lpwstr/>
  </property>
  <property fmtid="{D5CDD505-2E9C-101B-9397-08002B2CF9AE}" pid="15" name="_SourceUrl">
    <vt:lpwstr/>
  </property>
  <property fmtid="{D5CDD505-2E9C-101B-9397-08002B2CF9AE}" pid="16" name="_SharedFileIndex">
    <vt:lpwstr/>
  </property>
  <property fmtid="{D5CDD505-2E9C-101B-9397-08002B2CF9AE}" pid="17" name="ComplianceAssetId">
    <vt:lpwstr/>
  </property>
  <property fmtid="{D5CDD505-2E9C-101B-9397-08002B2CF9AE}" pid="18" name="TemplateUrl">
    <vt:lpwstr/>
  </property>
  <property fmtid="{D5CDD505-2E9C-101B-9397-08002B2CF9AE}" pid="19" name="_ExtendedDescription">
    <vt:lpwstr/>
  </property>
  <property fmtid="{D5CDD505-2E9C-101B-9397-08002B2CF9AE}" pid="20" name="TriggerFlowInfo">
    <vt:lpwstr/>
  </property>
  <property fmtid="{D5CDD505-2E9C-101B-9397-08002B2CF9AE}" pid="21" name="xd_Signature">
    <vt:bool>false</vt:bool>
  </property>
</Properties>
</file>